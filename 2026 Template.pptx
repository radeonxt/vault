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notesSlides/notesSlide2.xml" ContentType="application/vnd.openxmlformats-officedocument.presentationml.notesSlide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notesSlides/notesSlide3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notesSlides/notesSlide5.xml" ContentType="application/vnd.openxmlformats-officedocument.presentationml.notesSlide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notesSlides/notesSlide6.xml" ContentType="application/vnd.openxmlformats-officedocument.presentationml.notesSlide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notesSlides/notesSlide7.xml" ContentType="application/vnd.openxmlformats-officedocument.presentationml.notesSlide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notesSlides/notesSlide8.xml" ContentType="application/vnd.openxmlformats-officedocument.presentationml.notesSlide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tags/tag795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2"/>
  </p:notesMasterIdLst>
  <p:sldIdLst>
    <p:sldId id="450" r:id="rId2"/>
    <p:sldId id="451" r:id="rId3"/>
    <p:sldId id="452" r:id="rId4"/>
    <p:sldId id="453" r:id="rId5"/>
    <p:sldId id="454" r:id="rId6"/>
    <p:sldId id="455" r:id="rId7"/>
    <p:sldId id="456" r:id="rId8"/>
    <p:sldId id="457" r:id="rId9"/>
    <p:sldId id="458" r:id="rId10"/>
    <p:sldId id="4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A410BF-58B9-49E0-B512-C03A95BF119B}" v="1" dt="2026-07-24T01:14:49.8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e, Zhi Heng" userId="71989d85-3a2d-4fef-b7ce-38147b04ff26" providerId="ADAL" clId="{43FAB8C2-E438-4325-A3F5-9B66B770DBD2}"/>
    <pc:docChg chg="custSel addSld delSld modSld delMainMaster">
      <pc:chgData name="Tee, Zhi Heng" userId="71989d85-3a2d-4fef-b7ce-38147b04ff26" providerId="ADAL" clId="{43FAB8C2-E438-4325-A3F5-9B66B770DBD2}" dt="2026-07-24T01:15:08.948" v="24" actId="47"/>
      <pc:docMkLst>
        <pc:docMk/>
      </pc:docMkLst>
      <pc:sldChg chg="modSp add del mod">
        <pc:chgData name="Tee, Zhi Heng" userId="71989d85-3a2d-4fef-b7ce-38147b04ff26" providerId="ADAL" clId="{43FAB8C2-E438-4325-A3F5-9B66B770DBD2}" dt="2026-07-24T01:15:08.948" v="24" actId="47"/>
        <pc:sldMkLst>
          <pc:docMk/>
          <pc:sldMk cId="2286025896" sldId="259"/>
        </pc:sldMkLst>
        <pc:spChg chg="mod">
          <ac:chgData name="Tee, Zhi Heng" userId="71989d85-3a2d-4fef-b7ce-38147b04ff26" providerId="ADAL" clId="{43FAB8C2-E438-4325-A3F5-9B66B770DBD2}" dt="2026-07-24T01:14:42.345" v="4" actId="27636"/>
          <ac:spMkLst>
            <pc:docMk/>
            <pc:sldMk cId="2286025896" sldId="259"/>
            <ac:spMk id="4" creationId="{17F0354A-C8C7-2774-6C98-6ADA4B5C7404}"/>
          </ac:spMkLst>
        </pc:spChg>
      </pc:sldChg>
      <pc:sldChg chg="add del">
        <pc:chgData name="Tee, Zhi Heng" userId="71989d85-3a2d-4fef-b7ce-38147b04ff26" providerId="ADAL" clId="{43FAB8C2-E438-4325-A3F5-9B66B770DBD2}" dt="2026-07-24T01:15:08.948" v="24" actId="47"/>
        <pc:sldMkLst>
          <pc:docMk/>
          <pc:sldMk cId="4230806390" sldId="289"/>
        </pc:sldMkLst>
      </pc:sldChg>
      <pc:sldChg chg="add del">
        <pc:chgData name="Tee, Zhi Heng" userId="71989d85-3a2d-4fef-b7ce-38147b04ff26" providerId="ADAL" clId="{43FAB8C2-E438-4325-A3F5-9B66B770DBD2}" dt="2026-07-24T01:15:08.948" v="24" actId="47"/>
        <pc:sldMkLst>
          <pc:docMk/>
          <pc:sldMk cId="2907221031" sldId="378"/>
        </pc:sldMkLst>
      </pc:sldChg>
      <pc:sldChg chg="modSp add del mod">
        <pc:chgData name="Tee, Zhi Heng" userId="71989d85-3a2d-4fef-b7ce-38147b04ff26" providerId="ADAL" clId="{43FAB8C2-E438-4325-A3F5-9B66B770DBD2}" dt="2026-07-24T01:15:08.948" v="24" actId="47"/>
        <pc:sldMkLst>
          <pc:docMk/>
          <pc:sldMk cId="2682774513" sldId="435"/>
        </pc:sldMkLst>
        <pc:spChg chg="mod">
          <ac:chgData name="Tee, Zhi Heng" userId="71989d85-3a2d-4fef-b7ce-38147b04ff26" providerId="ADAL" clId="{43FAB8C2-E438-4325-A3F5-9B66B770DBD2}" dt="2026-07-24T01:14:42.308" v="3" actId="27636"/>
          <ac:spMkLst>
            <pc:docMk/>
            <pc:sldMk cId="2682774513" sldId="435"/>
            <ac:spMk id="3" creationId="{C36DA15C-17AB-D4F6-9F85-257307A38591}"/>
          </ac:spMkLst>
        </pc:spChg>
        <pc:spChg chg="mod">
          <ac:chgData name="Tee, Zhi Heng" userId="71989d85-3a2d-4fef-b7ce-38147b04ff26" providerId="ADAL" clId="{43FAB8C2-E438-4325-A3F5-9B66B770DBD2}" dt="2026-07-24T01:14:42.289" v="2" actId="27636"/>
          <ac:spMkLst>
            <pc:docMk/>
            <pc:sldMk cId="2682774513" sldId="435"/>
            <ac:spMk id="6" creationId="{858CE641-5078-2956-4EDB-3EA4B8A28E4B}"/>
          </ac:spMkLst>
        </pc:spChg>
        <pc:spChg chg="mod">
          <ac:chgData name="Tee, Zhi Heng" userId="71989d85-3a2d-4fef-b7ce-38147b04ff26" providerId="ADAL" clId="{43FAB8C2-E438-4325-A3F5-9B66B770DBD2}" dt="2026-07-24T01:14:42.279" v="1" actId="27636"/>
          <ac:spMkLst>
            <pc:docMk/>
            <pc:sldMk cId="2682774513" sldId="435"/>
            <ac:spMk id="7" creationId="{48C6A250-6EA2-057C-F173-36F5B90C4102}"/>
          </ac:spMkLst>
        </pc:spChg>
      </pc:sldChg>
      <pc:sldChg chg="modSp add del mod">
        <pc:chgData name="Tee, Zhi Heng" userId="71989d85-3a2d-4fef-b7ce-38147b04ff26" providerId="ADAL" clId="{43FAB8C2-E438-4325-A3F5-9B66B770DBD2}" dt="2026-07-24T01:15:08.948" v="24" actId="47"/>
        <pc:sldMkLst>
          <pc:docMk/>
          <pc:sldMk cId="2533963740" sldId="444"/>
        </pc:sldMkLst>
        <pc:spChg chg="mod">
          <ac:chgData name="Tee, Zhi Heng" userId="71989d85-3a2d-4fef-b7ce-38147b04ff26" providerId="ADAL" clId="{43FAB8C2-E438-4325-A3F5-9B66B770DBD2}" dt="2026-07-24T01:14:42.375" v="7" actId="27636"/>
          <ac:spMkLst>
            <pc:docMk/>
            <pc:sldMk cId="2533963740" sldId="444"/>
            <ac:spMk id="3" creationId="{477D4627-F034-2F4B-5DF5-8625FAE5EB38}"/>
          </ac:spMkLst>
        </pc:spChg>
        <pc:spChg chg="mod">
          <ac:chgData name="Tee, Zhi Heng" userId="71989d85-3a2d-4fef-b7ce-38147b04ff26" providerId="ADAL" clId="{43FAB8C2-E438-4325-A3F5-9B66B770DBD2}" dt="2026-07-24T01:14:42.363" v="6" actId="27636"/>
          <ac:spMkLst>
            <pc:docMk/>
            <pc:sldMk cId="2533963740" sldId="444"/>
            <ac:spMk id="6" creationId="{57593B94-B0C9-E176-7874-61AE5723D806}"/>
          </ac:spMkLst>
        </pc:spChg>
        <pc:spChg chg="mod">
          <ac:chgData name="Tee, Zhi Heng" userId="71989d85-3a2d-4fef-b7ce-38147b04ff26" providerId="ADAL" clId="{43FAB8C2-E438-4325-A3F5-9B66B770DBD2}" dt="2026-07-24T01:14:42.358" v="5" actId="27636"/>
          <ac:spMkLst>
            <pc:docMk/>
            <pc:sldMk cId="2533963740" sldId="444"/>
            <ac:spMk id="7" creationId="{49AC4813-4EF2-3EC5-B74A-E47FAFD78F92}"/>
          </ac:spMkLst>
        </pc:spChg>
      </pc:sldChg>
      <pc:sldChg chg="modSp add del mod">
        <pc:chgData name="Tee, Zhi Heng" userId="71989d85-3a2d-4fef-b7ce-38147b04ff26" providerId="ADAL" clId="{43FAB8C2-E438-4325-A3F5-9B66B770DBD2}" dt="2026-07-24T01:15:08.948" v="24" actId="47"/>
        <pc:sldMkLst>
          <pc:docMk/>
          <pc:sldMk cId="1901624105" sldId="445"/>
        </pc:sldMkLst>
        <pc:spChg chg="mod">
          <ac:chgData name="Tee, Zhi Heng" userId="71989d85-3a2d-4fef-b7ce-38147b04ff26" providerId="ADAL" clId="{43FAB8C2-E438-4325-A3F5-9B66B770DBD2}" dt="2026-07-24T01:14:42.411" v="9" actId="27636"/>
          <ac:spMkLst>
            <pc:docMk/>
            <pc:sldMk cId="1901624105" sldId="445"/>
            <ac:spMk id="3" creationId="{AA3E0AA1-0F41-B57C-A014-086204FC6739}"/>
          </ac:spMkLst>
        </pc:spChg>
        <pc:spChg chg="mod">
          <ac:chgData name="Tee, Zhi Heng" userId="71989d85-3a2d-4fef-b7ce-38147b04ff26" providerId="ADAL" clId="{43FAB8C2-E438-4325-A3F5-9B66B770DBD2}" dt="2026-07-24T01:14:42.416" v="10" actId="27636"/>
          <ac:spMkLst>
            <pc:docMk/>
            <pc:sldMk cId="1901624105" sldId="445"/>
            <ac:spMk id="6" creationId="{E69AF364-A42A-4513-1BAA-79944A2ED904}"/>
          </ac:spMkLst>
        </pc:spChg>
        <pc:spChg chg="mod">
          <ac:chgData name="Tee, Zhi Heng" userId="71989d85-3a2d-4fef-b7ce-38147b04ff26" providerId="ADAL" clId="{43FAB8C2-E438-4325-A3F5-9B66B770DBD2}" dt="2026-07-24T01:14:42.398" v="8" actId="27636"/>
          <ac:spMkLst>
            <pc:docMk/>
            <pc:sldMk cId="1901624105" sldId="445"/>
            <ac:spMk id="7" creationId="{DEF9C0B1-306D-C239-96C3-0051B728C324}"/>
          </ac:spMkLst>
        </pc:spChg>
      </pc:sldChg>
      <pc:sldChg chg="modSp add del mod">
        <pc:chgData name="Tee, Zhi Heng" userId="71989d85-3a2d-4fef-b7ce-38147b04ff26" providerId="ADAL" clId="{43FAB8C2-E438-4325-A3F5-9B66B770DBD2}" dt="2026-07-24T01:15:08.948" v="24" actId="47"/>
        <pc:sldMkLst>
          <pc:docMk/>
          <pc:sldMk cId="2788037707" sldId="446"/>
        </pc:sldMkLst>
        <pc:spChg chg="mod">
          <ac:chgData name="Tee, Zhi Heng" userId="71989d85-3a2d-4fef-b7ce-38147b04ff26" providerId="ADAL" clId="{43FAB8C2-E438-4325-A3F5-9B66B770DBD2}" dt="2026-07-24T01:14:42.467" v="13" actId="27636"/>
          <ac:spMkLst>
            <pc:docMk/>
            <pc:sldMk cId="2788037707" sldId="446"/>
            <ac:spMk id="3" creationId="{E202C2D6-1111-EBD3-3F54-8162E7E2E0D4}"/>
          </ac:spMkLst>
        </pc:spChg>
        <pc:spChg chg="mod">
          <ac:chgData name="Tee, Zhi Heng" userId="71989d85-3a2d-4fef-b7ce-38147b04ff26" providerId="ADAL" clId="{43FAB8C2-E438-4325-A3F5-9B66B770DBD2}" dt="2026-07-24T01:14:42.442" v="11" actId="27636"/>
          <ac:spMkLst>
            <pc:docMk/>
            <pc:sldMk cId="2788037707" sldId="446"/>
            <ac:spMk id="6" creationId="{A2EE43F8-F689-A211-6848-F949DD8DF972}"/>
          </ac:spMkLst>
        </pc:spChg>
        <pc:spChg chg="mod">
          <ac:chgData name="Tee, Zhi Heng" userId="71989d85-3a2d-4fef-b7ce-38147b04ff26" providerId="ADAL" clId="{43FAB8C2-E438-4325-A3F5-9B66B770DBD2}" dt="2026-07-24T01:14:42.449" v="12" actId="27636"/>
          <ac:spMkLst>
            <pc:docMk/>
            <pc:sldMk cId="2788037707" sldId="446"/>
            <ac:spMk id="7" creationId="{EF2296C7-179D-3CFE-7915-C3C3AC94C3CB}"/>
          </ac:spMkLst>
        </pc:spChg>
      </pc:sldChg>
      <pc:sldChg chg="modSp add del mod">
        <pc:chgData name="Tee, Zhi Heng" userId="71989d85-3a2d-4fef-b7ce-38147b04ff26" providerId="ADAL" clId="{43FAB8C2-E438-4325-A3F5-9B66B770DBD2}" dt="2026-07-24T01:15:08.948" v="24" actId="47"/>
        <pc:sldMkLst>
          <pc:docMk/>
          <pc:sldMk cId="4135355961" sldId="447"/>
        </pc:sldMkLst>
        <pc:spChg chg="mod">
          <ac:chgData name="Tee, Zhi Heng" userId="71989d85-3a2d-4fef-b7ce-38147b04ff26" providerId="ADAL" clId="{43FAB8C2-E438-4325-A3F5-9B66B770DBD2}" dt="2026-07-24T01:14:42.489" v="14" actId="27636"/>
          <ac:spMkLst>
            <pc:docMk/>
            <pc:sldMk cId="4135355961" sldId="447"/>
            <ac:spMk id="3" creationId="{3CA81CEB-CCA5-CA8C-DB56-FD669006BD7B}"/>
          </ac:spMkLst>
        </pc:spChg>
        <pc:spChg chg="mod">
          <ac:chgData name="Tee, Zhi Heng" userId="71989d85-3a2d-4fef-b7ce-38147b04ff26" providerId="ADAL" clId="{43FAB8C2-E438-4325-A3F5-9B66B770DBD2}" dt="2026-07-24T01:14:42.491" v="15" actId="27636"/>
          <ac:spMkLst>
            <pc:docMk/>
            <pc:sldMk cId="4135355961" sldId="447"/>
            <ac:spMk id="6" creationId="{A099FA59-89A5-6C2A-2933-C397BED98402}"/>
          </ac:spMkLst>
        </pc:spChg>
        <pc:spChg chg="mod">
          <ac:chgData name="Tee, Zhi Heng" userId="71989d85-3a2d-4fef-b7ce-38147b04ff26" providerId="ADAL" clId="{43FAB8C2-E438-4325-A3F5-9B66B770DBD2}" dt="2026-07-24T01:14:42.497" v="16" actId="27636"/>
          <ac:spMkLst>
            <pc:docMk/>
            <pc:sldMk cId="4135355961" sldId="447"/>
            <ac:spMk id="7" creationId="{4BB97B2D-1FC4-C84B-A688-738C0BC88B4F}"/>
          </ac:spMkLst>
        </pc:spChg>
      </pc:sldChg>
      <pc:sldChg chg="modSp add del mod">
        <pc:chgData name="Tee, Zhi Heng" userId="71989d85-3a2d-4fef-b7ce-38147b04ff26" providerId="ADAL" clId="{43FAB8C2-E438-4325-A3F5-9B66B770DBD2}" dt="2026-07-24T01:15:08.948" v="24" actId="47"/>
        <pc:sldMkLst>
          <pc:docMk/>
          <pc:sldMk cId="1480003503" sldId="448"/>
        </pc:sldMkLst>
        <pc:spChg chg="mod">
          <ac:chgData name="Tee, Zhi Heng" userId="71989d85-3a2d-4fef-b7ce-38147b04ff26" providerId="ADAL" clId="{43FAB8C2-E438-4325-A3F5-9B66B770DBD2}" dt="2026-07-24T01:14:42.527" v="17" actId="27636"/>
          <ac:spMkLst>
            <pc:docMk/>
            <pc:sldMk cId="1480003503" sldId="448"/>
            <ac:spMk id="3" creationId="{B17E8641-C5BF-B33C-EBEF-3C5B4BB7B2FB}"/>
          </ac:spMkLst>
        </pc:spChg>
        <pc:spChg chg="mod">
          <ac:chgData name="Tee, Zhi Heng" userId="71989d85-3a2d-4fef-b7ce-38147b04ff26" providerId="ADAL" clId="{43FAB8C2-E438-4325-A3F5-9B66B770DBD2}" dt="2026-07-24T01:14:42.540" v="19" actId="27636"/>
          <ac:spMkLst>
            <pc:docMk/>
            <pc:sldMk cId="1480003503" sldId="448"/>
            <ac:spMk id="6" creationId="{823049DD-E9A4-7129-6BDB-78C98AB7BEB9}"/>
          </ac:spMkLst>
        </pc:spChg>
        <pc:spChg chg="mod">
          <ac:chgData name="Tee, Zhi Heng" userId="71989d85-3a2d-4fef-b7ce-38147b04ff26" providerId="ADAL" clId="{43FAB8C2-E438-4325-A3F5-9B66B770DBD2}" dt="2026-07-24T01:14:42.538" v="18" actId="27636"/>
          <ac:spMkLst>
            <pc:docMk/>
            <pc:sldMk cId="1480003503" sldId="448"/>
            <ac:spMk id="7" creationId="{70A12732-518B-040D-22DD-2ECBD6E54215}"/>
          </ac:spMkLst>
        </pc:spChg>
      </pc:sldChg>
      <pc:sldChg chg="modSp add del mod">
        <pc:chgData name="Tee, Zhi Heng" userId="71989d85-3a2d-4fef-b7ce-38147b04ff26" providerId="ADAL" clId="{43FAB8C2-E438-4325-A3F5-9B66B770DBD2}" dt="2026-07-24T01:15:08.948" v="24" actId="47"/>
        <pc:sldMkLst>
          <pc:docMk/>
          <pc:sldMk cId="2276864570" sldId="449"/>
        </pc:sldMkLst>
        <pc:spChg chg="mod">
          <ac:chgData name="Tee, Zhi Heng" userId="71989d85-3a2d-4fef-b7ce-38147b04ff26" providerId="ADAL" clId="{43FAB8C2-E438-4325-A3F5-9B66B770DBD2}" dt="2026-07-24T01:14:42.593" v="21" actId="27636"/>
          <ac:spMkLst>
            <pc:docMk/>
            <pc:sldMk cId="2276864570" sldId="449"/>
            <ac:spMk id="3" creationId="{1A3A8A45-91F3-6D23-256F-BBDB290F4BD8}"/>
          </ac:spMkLst>
        </pc:spChg>
        <pc:spChg chg="mod">
          <ac:chgData name="Tee, Zhi Heng" userId="71989d85-3a2d-4fef-b7ce-38147b04ff26" providerId="ADAL" clId="{43FAB8C2-E438-4325-A3F5-9B66B770DBD2}" dt="2026-07-24T01:14:42.559" v="20" actId="27636"/>
          <ac:spMkLst>
            <pc:docMk/>
            <pc:sldMk cId="2276864570" sldId="449"/>
            <ac:spMk id="6" creationId="{0FCB0988-281A-2D3C-800E-F433F69F482D}"/>
          </ac:spMkLst>
        </pc:spChg>
        <pc:spChg chg="mod">
          <ac:chgData name="Tee, Zhi Heng" userId="71989d85-3a2d-4fef-b7ce-38147b04ff26" providerId="ADAL" clId="{43FAB8C2-E438-4325-A3F5-9B66B770DBD2}" dt="2026-07-24T01:14:42.599" v="22" actId="27636"/>
          <ac:spMkLst>
            <pc:docMk/>
            <pc:sldMk cId="2276864570" sldId="449"/>
            <ac:spMk id="7" creationId="{F610051E-96EA-BE6A-0B06-AB1D00BE4233}"/>
          </ac:spMkLst>
        </pc:spChg>
      </pc:sldChg>
      <pc:sldChg chg="add">
        <pc:chgData name="Tee, Zhi Heng" userId="71989d85-3a2d-4fef-b7ce-38147b04ff26" providerId="ADAL" clId="{43FAB8C2-E438-4325-A3F5-9B66B770DBD2}" dt="2026-07-24T01:14:49.830" v="23"/>
        <pc:sldMkLst>
          <pc:docMk/>
          <pc:sldMk cId="4099820079" sldId="450"/>
        </pc:sldMkLst>
      </pc:sldChg>
      <pc:sldChg chg="add">
        <pc:chgData name="Tee, Zhi Heng" userId="71989d85-3a2d-4fef-b7ce-38147b04ff26" providerId="ADAL" clId="{43FAB8C2-E438-4325-A3F5-9B66B770DBD2}" dt="2026-07-24T01:14:49.830" v="23"/>
        <pc:sldMkLst>
          <pc:docMk/>
          <pc:sldMk cId="2361467801" sldId="451"/>
        </pc:sldMkLst>
      </pc:sldChg>
      <pc:sldChg chg="add">
        <pc:chgData name="Tee, Zhi Heng" userId="71989d85-3a2d-4fef-b7ce-38147b04ff26" providerId="ADAL" clId="{43FAB8C2-E438-4325-A3F5-9B66B770DBD2}" dt="2026-07-24T01:14:49.830" v="23"/>
        <pc:sldMkLst>
          <pc:docMk/>
          <pc:sldMk cId="3023337036" sldId="452"/>
        </pc:sldMkLst>
      </pc:sldChg>
      <pc:sldChg chg="add">
        <pc:chgData name="Tee, Zhi Heng" userId="71989d85-3a2d-4fef-b7ce-38147b04ff26" providerId="ADAL" clId="{43FAB8C2-E438-4325-A3F5-9B66B770DBD2}" dt="2026-07-24T01:14:49.830" v="23"/>
        <pc:sldMkLst>
          <pc:docMk/>
          <pc:sldMk cId="3011111139" sldId="453"/>
        </pc:sldMkLst>
      </pc:sldChg>
      <pc:sldChg chg="add">
        <pc:chgData name="Tee, Zhi Heng" userId="71989d85-3a2d-4fef-b7ce-38147b04ff26" providerId="ADAL" clId="{43FAB8C2-E438-4325-A3F5-9B66B770DBD2}" dt="2026-07-24T01:14:49.830" v="23"/>
        <pc:sldMkLst>
          <pc:docMk/>
          <pc:sldMk cId="2424023151" sldId="454"/>
        </pc:sldMkLst>
      </pc:sldChg>
      <pc:sldChg chg="add">
        <pc:chgData name="Tee, Zhi Heng" userId="71989d85-3a2d-4fef-b7ce-38147b04ff26" providerId="ADAL" clId="{43FAB8C2-E438-4325-A3F5-9B66B770DBD2}" dt="2026-07-24T01:14:49.830" v="23"/>
        <pc:sldMkLst>
          <pc:docMk/>
          <pc:sldMk cId="2018569538" sldId="455"/>
        </pc:sldMkLst>
      </pc:sldChg>
      <pc:sldChg chg="add">
        <pc:chgData name="Tee, Zhi Heng" userId="71989d85-3a2d-4fef-b7ce-38147b04ff26" providerId="ADAL" clId="{43FAB8C2-E438-4325-A3F5-9B66B770DBD2}" dt="2026-07-24T01:14:49.830" v="23"/>
        <pc:sldMkLst>
          <pc:docMk/>
          <pc:sldMk cId="3753491221" sldId="456"/>
        </pc:sldMkLst>
      </pc:sldChg>
      <pc:sldChg chg="add">
        <pc:chgData name="Tee, Zhi Heng" userId="71989d85-3a2d-4fef-b7ce-38147b04ff26" providerId="ADAL" clId="{43FAB8C2-E438-4325-A3F5-9B66B770DBD2}" dt="2026-07-24T01:14:49.830" v="23"/>
        <pc:sldMkLst>
          <pc:docMk/>
          <pc:sldMk cId="2771381019" sldId="457"/>
        </pc:sldMkLst>
      </pc:sldChg>
      <pc:sldChg chg="add">
        <pc:chgData name="Tee, Zhi Heng" userId="71989d85-3a2d-4fef-b7ce-38147b04ff26" providerId="ADAL" clId="{43FAB8C2-E438-4325-A3F5-9B66B770DBD2}" dt="2026-07-24T01:14:49.830" v="23"/>
        <pc:sldMkLst>
          <pc:docMk/>
          <pc:sldMk cId="2739716184" sldId="458"/>
        </pc:sldMkLst>
      </pc:sldChg>
      <pc:sldChg chg="add">
        <pc:chgData name="Tee, Zhi Heng" userId="71989d85-3a2d-4fef-b7ce-38147b04ff26" providerId="ADAL" clId="{43FAB8C2-E438-4325-A3F5-9B66B770DBD2}" dt="2026-07-24T01:14:49.830" v="23"/>
        <pc:sldMkLst>
          <pc:docMk/>
          <pc:sldMk cId="1225286075" sldId="459"/>
        </pc:sldMkLst>
      </pc:sldChg>
      <pc:sldMasterChg chg="del delSldLayout">
        <pc:chgData name="Tee, Zhi Heng" userId="71989d85-3a2d-4fef-b7ce-38147b04ff26" providerId="ADAL" clId="{43FAB8C2-E438-4325-A3F5-9B66B770DBD2}" dt="2026-07-24T01:15:08.948" v="24" actId="47"/>
        <pc:sldMasterMkLst>
          <pc:docMk/>
          <pc:sldMasterMk cId="439626735" sldId="2147483648"/>
        </pc:sldMasterMkLst>
        <pc:sldLayoutChg chg="del">
          <pc:chgData name="Tee, Zhi Heng" userId="71989d85-3a2d-4fef-b7ce-38147b04ff26" providerId="ADAL" clId="{43FAB8C2-E438-4325-A3F5-9B66B770DBD2}" dt="2026-07-24T01:15:08.948" v="24" actId="47"/>
          <pc:sldLayoutMkLst>
            <pc:docMk/>
            <pc:sldMasterMk cId="439626735" sldId="2147483648"/>
            <pc:sldLayoutMk cId="549783588" sldId="2147483649"/>
          </pc:sldLayoutMkLst>
        </pc:sldLayoutChg>
        <pc:sldLayoutChg chg="del">
          <pc:chgData name="Tee, Zhi Heng" userId="71989d85-3a2d-4fef-b7ce-38147b04ff26" providerId="ADAL" clId="{43FAB8C2-E438-4325-A3F5-9B66B770DBD2}" dt="2026-07-24T01:15:08.948" v="24" actId="47"/>
          <pc:sldLayoutMkLst>
            <pc:docMk/>
            <pc:sldMasterMk cId="439626735" sldId="2147483648"/>
            <pc:sldLayoutMk cId="2415476059" sldId="2147483650"/>
          </pc:sldLayoutMkLst>
        </pc:sldLayoutChg>
        <pc:sldLayoutChg chg="del">
          <pc:chgData name="Tee, Zhi Heng" userId="71989d85-3a2d-4fef-b7ce-38147b04ff26" providerId="ADAL" clId="{43FAB8C2-E438-4325-A3F5-9B66B770DBD2}" dt="2026-07-24T01:15:08.948" v="24" actId="47"/>
          <pc:sldLayoutMkLst>
            <pc:docMk/>
            <pc:sldMasterMk cId="439626735" sldId="2147483648"/>
            <pc:sldLayoutMk cId="3793301541" sldId="2147483651"/>
          </pc:sldLayoutMkLst>
        </pc:sldLayoutChg>
        <pc:sldLayoutChg chg="del">
          <pc:chgData name="Tee, Zhi Heng" userId="71989d85-3a2d-4fef-b7ce-38147b04ff26" providerId="ADAL" clId="{43FAB8C2-E438-4325-A3F5-9B66B770DBD2}" dt="2026-07-24T01:15:08.948" v="24" actId="47"/>
          <pc:sldLayoutMkLst>
            <pc:docMk/>
            <pc:sldMasterMk cId="439626735" sldId="2147483648"/>
            <pc:sldLayoutMk cId="612858162" sldId="2147483652"/>
          </pc:sldLayoutMkLst>
        </pc:sldLayoutChg>
        <pc:sldLayoutChg chg="del">
          <pc:chgData name="Tee, Zhi Heng" userId="71989d85-3a2d-4fef-b7ce-38147b04ff26" providerId="ADAL" clId="{43FAB8C2-E438-4325-A3F5-9B66B770DBD2}" dt="2026-07-24T01:15:08.948" v="24" actId="47"/>
          <pc:sldLayoutMkLst>
            <pc:docMk/>
            <pc:sldMasterMk cId="439626735" sldId="2147483648"/>
            <pc:sldLayoutMk cId="3901599541" sldId="2147483653"/>
          </pc:sldLayoutMkLst>
        </pc:sldLayoutChg>
        <pc:sldLayoutChg chg="del">
          <pc:chgData name="Tee, Zhi Heng" userId="71989d85-3a2d-4fef-b7ce-38147b04ff26" providerId="ADAL" clId="{43FAB8C2-E438-4325-A3F5-9B66B770DBD2}" dt="2026-07-24T01:15:08.948" v="24" actId="47"/>
          <pc:sldLayoutMkLst>
            <pc:docMk/>
            <pc:sldMasterMk cId="439626735" sldId="2147483648"/>
            <pc:sldLayoutMk cId="3088183266" sldId="2147483654"/>
          </pc:sldLayoutMkLst>
        </pc:sldLayoutChg>
        <pc:sldLayoutChg chg="del">
          <pc:chgData name="Tee, Zhi Heng" userId="71989d85-3a2d-4fef-b7ce-38147b04ff26" providerId="ADAL" clId="{43FAB8C2-E438-4325-A3F5-9B66B770DBD2}" dt="2026-07-24T01:15:08.948" v="24" actId="47"/>
          <pc:sldLayoutMkLst>
            <pc:docMk/>
            <pc:sldMasterMk cId="439626735" sldId="2147483648"/>
            <pc:sldLayoutMk cId="3580790598" sldId="2147483655"/>
          </pc:sldLayoutMkLst>
        </pc:sldLayoutChg>
        <pc:sldLayoutChg chg="del">
          <pc:chgData name="Tee, Zhi Heng" userId="71989d85-3a2d-4fef-b7ce-38147b04ff26" providerId="ADAL" clId="{43FAB8C2-E438-4325-A3F5-9B66B770DBD2}" dt="2026-07-24T01:15:08.948" v="24" actId="47"/>
          <pc:sldLayoutMkLst>
            <pc:docMk/>
            <pc:sldMasterMk cId="439626735" sldId="2147483648"/>
            <pc:sldLayoutMk cId="3365572200" sldId="2147483656"/>
          </pc:sldLayoutMkLst>
        </pc:sldLayoutChg>
        <pc:sldLayoutChg chg="del">
          <pc:chgData name="Tee, Zhi Heng" userId="71989d85-3a2d-4fef-b7ce-38147b04ff26" providerId="ADAL" clId="{43FAB8C2-E438-4325-A3F5-9B66B770DBD2}" dt="2026-07-24T01:15:08.948" v="24" actId="47"/>
          <pc:sldLayoutMkLst>
            <pc:docMk/>
            <pc:sldMasterMk cId="439626735" sldId="2147483648"/>
            <pc:sldLayoutMk cId="3180655117" sldId="2147483657"/>
          </pc:sldLayoutMkLst>
        </pc:sldLayoutChg>
        <pc:sldLayoutChg chg="del">
          <pc:chgData name="Tee, Zhi Heng" userId="71989d85-3a2d-4fef-b7ce-38147b04ff26" providerId="ADAL" clId="{43FAB8C2-E438-4325-A3F5-9B66B770DBD2}" dt="2026-07-24T01:15:08.948" v="24" actId="47"/>
          <pc:sldLayoutMkLst>
            <pc:docMk/>
            <pc:sldMasterMk cId="439626735" sldId="2147483648"/>
            <pc:sldLayoutMk cId="618816525" sldId="2147483658"/>
          </pc:sldLayoutMkLst>
        </pc:sldLayoutChg>
        <pc:sldLayoutChg chg="del">
          <pc:chgData name="Tee, Zhi Heng" userId="71989d85-3a2d-4fef-b7ce-38147b04ff26" providerId="ADAL" clId="{43FAB8C2-E438-4325-A3F5-9B66B770DBD2}" dt="2026-07-24T01:15:08.948" v="24" actId="47"/>
          <pc:sldLayoutMkLst>
            <pc:docMk/>
            <pc:sldMasterMk cId="439626735" sldId="2147483648"/>
            <pc:sldLayoutMk cId="352195598" sldId="2147483659"/>
          </pc:sldLayoutMkLst>
        </pc:sldLayoutChg>
        <pc:sldLayoutChg chg="del">
          <pc:chgData name="Tee, Zhi Heng" userId="71989d85-3a2d-4fef-b7ce-38147b04ff26" providerId="ADAL" clId="{43FAB8C2-E438-4325-A3F5-9B66B770DBD2}" dt="2026-07-24T01:15:08.948" v="24" actId="47"/>
          <pc:sldLayoutMkLst>
            <pc:docMk/>
            <pc:sldMasterMk cId="439626735" sldId="2147483648"/>
            <pc:sldLayoutMk cId="812438400" sldId="2147483660"/>
          </pc:sldLayoutMkLst>
        </pc:sldLayoutChg>
        <pc:sldLayoutChg chg="del">
          <pc:chgData name="Tee, Zhi Heng" userId="71989d85-3a2d-4fef-b7ce-38147b04ff26" providerId="ADAL" clId="{43FAB8C2-E438-4325-A3F5-9B66B770DBD2}" dt="2026-07-24T01:15:08.948" v="24" actId="47"/>
          <pc:sldLayoutMkLst>
            <pc:docMk/>
            <pc:sldMasterMk cId="439626735" sldId="2147483648"/>
            <pc:sldLayoutMk cId="2822522366" sldId="2147483661"/>
          </pc:sldLayoutMkLst>
        </pc:sldLayoutChg>
        <pc:sldLayoutChg chg="del">
          <pc:chgData name="Tee, Zhi Heng" userId="71989d85-3a2d-4fef-b7ce-38147b04ff26" providerId="ADAL" clId="{43FAB8C2-E438-4325-A3F5-9B66B770DBD2}" dt="2026-07-24T01:15:08.948" v="24" actId="47"/>
          <pc:sldLayoutMkLst>
            <pc:docMk/>
            <pc:sldMasterMk cId="439626735" sldId="2147483648"/>
            <pc:sldLayoutMk cId="3166569478" sldId="2147483662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0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1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2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3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4.xlsb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5.xlsb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6.xlsb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7.xlsb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8.xlsb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9.xlsb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0.xlsb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1.xlsb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2.xlsb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3.xlsb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4.xlsb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5.xlsb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6.xlsb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7.xlsb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8.xlsb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9.xlsb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0.xlsb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1.xlsb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2.xlsb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3.xlsb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4.xlsb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5.xlsb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6.xlsb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7.xlsb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8.xlsb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9.xlsb"/></Relationships>
</file>

<file path=ppt/charts/_rels/chart4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0.xlsb"/></Relationships>
</file>

<file path=ppt/charts/_rels/chart4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1.xlsb"/></Relationships>
</file>

<file path=ppt/charts/_rels/chart4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2.xlsb"/></Relationships>
</file>

<file path=ppt/charts/_rels/chart4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3.xlsb"/></Relationships>
</file>

<file path=ppt/charts/_rels/chart4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4.xlsb"/></Relationships>
</file>

<file path=ppt/charts/_rels/chart4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5.xlsb"/></Relationships>
</file>

<file path=ppt/charts/_rels/chart4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6.xlsb"/></Relationships>
</file>

<file path=ppt/charts/_rels/chart4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7.xlsb"/></Relationships>
</file>

<file path=ppt/charts/_rels/chart4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8.xlsb"/></Relationships>
</file>

<file path=ppt/charts/_rels/chart5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9.xlsb"/></Relationships>
</file>

<file path=ppt/charts/_rels/chart5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0.xlsb"/></Relationships>
</file>

<file path=ppt/charts/_rels/chart5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1.xlsb"/></Relationships>
</file>

<file path=ppt/charts/_rels/chart5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2.xlsb"/></Relationships>
</file>

<file path=ppt/charts/_rels/chart5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3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366120218579235E-2"/>
          <c:y val="9.6474953617810763E-2"/>
          <c:w val="0.97726775956284151"/>
          <c:h val="0.80705009276437845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A3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7DE6-404B-9D9D-85EDB95CFA2D}"/>
              </c:ext>
            </c:extLst>
          </c:dPt>
          <c:dPt>
            <c:idx val="7"/>
            <c:invertIfNegative val="0"/>
            <c:bubble3D val="0"/>
            <c:spPr>
              <a:solidFill>
                <a:srgbClr val="C0C0C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7DE6-404B-9D9D-85EDB95CFA2D}"/>
              </c:ext>
            </c:extLst>
          </c:dPt>
          <c:val>
            <c:numRef>
              <c:f>Sheet1!$A$1:$H$1</c:f>
              <c:numCache>
                <c:formatCode>General</c:formatCode>
                <c:ptCount val="8"/>
                <c:pt idx="0">
                  <c:v>238973002.69811311</c:v>
                </c:pt>
                <c:pt idx="1">
                  <c:v>238973002.69811311</c:v>
                </c:pt>
                <c:pt idx="2">
                  <c:v>492699552.86081386</c:v>
                </c:pt>
                <c:pt idx="3">
                  <c:v>567164235.64183271</c:v>
                </c:pt>
                <c:pt idx="4">
                  <c:v>644203752.97075272</c:v>
                </c:pt>
                <c:pt idx="5">
                  <c:v>817660999.6267519</c:v>
                </c:pt>
                <c:pt idx="6">
                  <c:v>898344206.39236653</c:v>
                </c:pt>
                <c:pt idx="7">
                  <c:v>999999999.99999642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DE6-404B-9D9D-85EDB95CFA2D}"/>
            </c:ext>
          </c:extLst>
        </c:ser>
        <c:ser>
          <c:idx val="1"/>
          <c:order val="1"/>
          <c:spPr>
            <a:solidFill>
              <a:srgbClr val="6AA700"/>
            </a:solidFill>
            <a:ln w="317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D6A3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7DE6-404B-9D9D-85EDB95CFA2D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3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7DE6-404B-9D9D-85EDB95CFA2D}"/>
              </c:ext>
            </c:extLst>
          </c:dPt>
          <c:val>
            <c:numRef>
              <c:f>Sheet1!$A$2:$H$2</c:f>
              <c:numCache>
                <c:formatCode>General</c:formatCode>
                <c:ptCount val="8"/>
                <c:pt idx="1">
                  <c:v>253726550.16270074</c:v>
                </c:pt>
                <c:pt idx="2">
                  <c:v>74464682.781018853</c:v>
                </c:pt>
                <c:pt idx="3">
                  <c:v>77039517.328920007</c:v>
                </c:pt>
                <c:pt idx="4">
                  <c:v>173457246.65599918</c:v>
                </c:pt>
                <c:pt idx="5">
                  <c:v>80683206.765614629</c:v>
                </c:pt>
                <c:pt idx="6">
                  <c:v>101655793.6076299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DE6-404B-9D9D-85EDB95CFA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84394992"/>
        <c:axId val="1"/>
      </c:barChart>
      <c:catAx>
        <c:axId val="28439499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99999999.99999642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28439499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027355623100301E-2"/>
          <c:y val="9.187279151943463E-2"/>
          <c:w val="0.84194528875379937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 w="9525" cmpd="sng" algn="ctr">
                <a:solidFill>
                  <a:srgbClr val="969696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FDE-4819-9382-3AC88E8280D1}"/>
              </c:ext>
            </c:extLst>
          </c:dPt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969696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FDE-4819-9382-3AC88E8280D1}"/>
              </c:ext>
            </c:extLst>
          </c:dPt>
          <c:dPt>
            <c:idx val="3"/>
            <c:bubble3D val="0"/>
            <c:spPr>
              <a:solidFill>
                <a:schemeClr val="accent3"/>
              </a:solidFill>
              <a:ln w="9525" cmpd="sng" algn="ctr">
                <a:solidFill>
                  <a:srgbClr val="969696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EFDE-4819-9382-3AC88E8280D1}"/>
              </c:ext>
            </c:extLst>
          </c:dPt>
          <c:val>
            <c:numRef>
              <c:f>Sheet1!$A$1:$A$4</c:f>
              <c:numCache>
                <c:formatCode>General</c:formatCode>
                <c:ptCount val="4"/>
                <c:pt idx="1">
                  <c:v>32.804946354864086</c:v>
                </c:pt>
                <c:pt idx="2">
                  <c:v>57.220777731870264</c:v>
                </c:pt>
                <c:pt idx="3">
                  <c:v>9.9742759132656538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FDE-4819-9382-3AC88E8280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9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027355623100301E-2"/>
          <c:y val="9.187279151943463E-2"/>
          <c:w val="0.84194528875379937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 w="9525" cmpd="sng" algn="ctr">
                <a:solidFill>
                  <a:srgbClr val="969696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2AE8-46BB-B246-D3BB00C9595B}"/>
              </c:ext>
            </c:extLst>
          </c:dPt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969696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2AE8-46BB-B246-D3BB00C9595B}"/>
              </c:ext>
            </c:extLst>
          </c:dPt>
          <c:dPt>
            <c:idx val="3"/>
            <c:bubble3D val="0"/>
            <c:spPr>
              <a:solidFill>
                <a:schemeClr val="accent3"/>
              </a:solidFill>
              <a:ln w="9525" cmpd="sng" algn="ctr">
                <a:solidFill>
                  <a:srgbClr val="969696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2AE8-46BB-B246-D3BB00C9595B}"/>
              </c:ext>
            </c:extLst>
          </c:dPt>
          <c:val>
            <c:numRef>
              <c:f>Sheet1!$A$1:$A$4</c:f>
              <c:numCache>
                <c:formatCode>General</c:formatCode>
                <c:ptCount val="4"/>
                <c:pt idx="1">
                  <c:v>53.449841896498349</c:v>
                </c:pt>
                <c:pt idx="2">
                  <c:v>45.443150623258056</c:v>
                </c:pt>
                <c:pt idx="3">
                  <c:v>1.1070074802435945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AE8-46BB-B246-D3BB00C959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68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027355623100301E-2"/>
          <c:y val="9.187279151943463E-2"/>
          <c:w val="0.84194528875379937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 w="9525" cmpd="sng" algn="ctr">
                <a:solidFill>
                  <a:srgbClr val="969696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D541-4ADA-B9D4-A2C67F0222B1}"/>
              </c:ext>
            </c:extLst>
          </c:dPt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969696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D541-4ADA-B9D4-A2C67F0222B1}"/>
              </c:ext>
            </c:extLst>
          </c:dPt>
          <c:dPt>
            <c:idx val="3"/>
            <c:bubble3D val="0"/>
            <c:spPr>
              <a:solidFill>
                <a:schemeClr val="accent3"/>
              </a:solidFill>
              <a:ln w="9525" cmpd="sng" algn="ctr">
                <a:solidFill>
                  <a:srgbClr val="969696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D541-4ADA-B9D4-A2C67F0222B1}"/>
              </c:ext>
            </c:extLst>
          </c:dPt>
          <c:val>
            <c:numRef>
              <c:f>Sheet1!$A$1:$A$4</c:f>
              <c:numCache>
                <c:formatCode>General</c:formatCode>
                <c:ptCount val="4"/>
                <c:pt idx="1">
                  <c:v>75.869457517801692</c:v>
                </c:pt>
                <c:pt idx="2">
                  <c:v>23.857291345240295</c:v>
                </c:pt>
                <c:pt idx="3">
                  <c:v>0.27325113695800768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541-4ADA-B9D4-A2C67F0222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9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147640791476404E-2"/>
          <c:y val="9.187279151943463E-2"/>
          <c:w val="0.84170471841704719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 w="9525" cmpd="sng" algn="ctr">
                <a:solidFill>
                  <a:srgbClr val="969696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F55-4825-9A36-2ABF87E475E8}"/>
              </c:ext>
            </c:extLst>
          </c:dPt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969696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F55-4825-9A36-2ABF87E475E8}"/>
              </c:ext>
            </c:extLst>
          </c:dPt>
          <c:dPt>
            <c:idx val="3"/>
            <c:bubble3D val="0"/>
            <c:spPr>
              <a:solidFill>
                <a:schemeClr val="accent3"/>
              </a:solidFill>
              <a:ln w="9525" cmpd="sng" algn="ctr">
                <a:solidFill>
                  <a:srgbClr val="969696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8F55-4825-9A36-2ABF87E475E8}"/>
              </c:ext>
            </c:extLst>
          </c:dPt>
          <c:val>
            <c:numRef>
              <c:f>Sheet1!$A$1:$A$4</c:f>
              <c:numCache>
                <c:formatCode>General</c:formatCode>
                <c:ptCount val="4"/>
                <c:pt idx="1">
                  <c:v>55.981571151967877</c:v>
                </c:pt>
                <c:pt idx="2">
                  <c:v>22.698028359088102</c:v>
                </c:pt>
                <c:pt idx="3">
                  <c:v>21.320400488944006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F55-4825-9A36-2ABF87E475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027355623100301E-2"/>
          <c:y val="9.187279151943463E-2"/>
          <c:w val="0.84194528875379937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 w="9525" cmpd="sng" algn="ctr">
                <a:solidFill>
                  <a:srgbClr val="969696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CBC-4B0A-9F0F-F96B146AA873}"/>
              </c:ext>
            </c:extLst>
          </c:dPt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969696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CBC-4B0A-9F0F-F96B146AA873}"/>
              </c:ext>
            </c:extLst>
          </c:dPt>
          <c:dPt>
            <c:idx val="3"/>
            <c:bubble3D val="0"/>
            <c:spPr>
              <a:solidFill>
                <a:schemeClr val="accent3"/>
              </a:solidFill>
              <a:ln w="9525" cmpd="sng" algn="ctr">
                <a:solidFill>
                  <a:srgbClr val="969696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9CBC-4B0A-9F0F-F96B146AA873}"/>
              </c:ext>
            </c:extLst>
          </c:dPt>
          <c:val>
            <c:numRef>
              <c:f>Sheet1!$A$1:$A$4</c:f>
              <c:numCache>
                <c:formatCode>General</c:formatCode>
                <c:ptCount val="4"/>
                <c:pt idx="1">
                  <c:v>36.207529008386338</c:v>
                </c:pt>
                <c:pt idx="2">
                  <c:v>33.640952028415825</c:v>
                </c:pt>
                <c:pt idx="3">
                  <c:v>30.151518963197848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CBC-4B0A-9F0F-F96B146AA8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1009463722397478E-2"/>
          <c:y val="7.4498567335243557E-2"/>
          <c:w val="0.917981072555205"/>
          <c:h val="0.8510028653295128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A3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1D7C-4869-939E-257A47884314}"/>
              </c:ext>
            </c:extLst>
          </c:dPt>
          <c:dPt>
            <c:idx val="5"/>
            <c:invertIfNegative val="0"/>
            <c:bubble3D val="0"/>
            <c:spPr>
              <a:solidFill>
                <a:srgbClr val="D6A3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1D7C-4869-939E-257A47884314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3059143.5594121064</c:v>
                </c:pt>
                <c:pt idx="1">
                  <c:v>14047924.242965771</c:v>
                </c:pt>
                <c:pt idx="2">
                  <c:v>25696872.121423803</c:v>
                </c:pt>
                <c:pt idx="3">
                  <c:v>28509860.438965172</c:v>
                </c:pt>
                <c:pt idx="4">
                  <c:v>34853404.987304896</c:v>
                </c:pt>
                <c:pt idx="5">
                  <c:v>11735823.434284054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D7C-4869-939E-257A47884314}"/>
            </c:ext>
          </c:extLst>
        </c:ser>
        <c:ser>
          <c:idx val="1"/>
          <c:order val="1"/>
          <c:spPr>
            <a:solidFill>
              <a:srgbClr val="D6A300"/>
            </a:solidFill>
            <a:ln w="317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6AA7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1D7C-4869-939E-257A47884314}"/>
              </c:ext>
            </c:extLst>
          </c:dPt>
          <c:dPt>
            <c:idx val="5"/>
            <c:invertIfNegative val="0"/>
            <c:bubble3D val="0"/>
            <c:spPr>
              <a:solidFill>
                <a:srgbClr val="6AA7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1D7C-4869-939E-257A47884314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0">
                  <c:v>8743602.1875512879</c:v>
                </c:pt>
                <c:pt idx="1">
                  <c:v>2348718.9335182887</c:v>
                </c:pt>
                <c:pt idx="2">
                  <c:v>2282402.2548620142</c:v>
                </c:pt>
                <c:pt idx="3">
                  <c:v>2062335.3702896461</c:v>
                </c:pt>
                <c:pt idx="4">
                  <c:v>1983223.3162019998</c:v>
                </c:pt>
                <c:pt idx="5">
                  <c:v>22041622.069430538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D7C-4869-939E-257A47884314}"/>
            </c:ext>
          </c:extLst>
        </c:ser>
        <c:ser>
          <c:idx val="2"/>
          <c:order val="2"/>
          <c:spPr>
            <a:solidFill>
              <a:srgbClr val="6AA700"/>
            </a:solidFill>
            <a:ln w="317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6-1D7C-4869-939E-257A47884314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3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1D7C-4869-939E-257A47884314}"/>
              </c:ext>
            </c:extLst>
          </c:dPt>
          <c:val>
            <c:numRef>
              <c:f>Sheet1!$A$3:$F$3</c:f>
              <c:numCache>
                <c:formatCode>General</c:formatCode>
                <c:ptCount val="6"/>
                <c:pt idx="0">
                  <c:v>2245178.4960023761</c:v>
                </c:pt>
                <c:pt idx="1">
                  <c:v>9175831.6297714449</c:v>
                </c:pt>
                <c:pt idx="2">
                  <c:v>478129.34326579049</c:v>
                </c:pt>
                <c:pt idx="3">
                  <c:v>1260713.6010361314</c:v>
                </c:pt>
                <c:pt idx="4">
                  <c:v>2383345.3078058809</c:v>
                </c:pt>
                <c:pt idx="5">
                  <c:v>6709097.1354871243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D7C-4869-939E-257A47884314}"/>
            </c:ext>
          </c:extLst>
        </c:ser>
        <c:ser>
          <c:idx val="3"/>
          <c:order val="3"/>
          <c:spPr>
            <a:solidFill>
              <a:schemeClr val="accent3"/>
            </a:solidFill>
            <a:ln w="3175" cmpd="sng" algn="ctr">
              <a:solidFill>
                <a:srgbClr val="B2B2B2"/>
              </a:solidFill>
              <a:prstDash val="solid"/>
            </a:ln>
          </c:spPr>
          <c:invertIfNegative val="0"/>
          <c:val>
            <c:numRef>
              <c:f>Sheet1!$A$4:$F$4</c:f>
              <c:numCache>
                <c:formatCode>General</c:formatCode>
                <c:ptCount val="6"/>
                <c:pt idx="1">
                  <c:v>124397.31516829506</c:v>
                </c:pt>
                <c:pt idx="2">
                  <c:v>52456.719413563609</c:v>
                </c:pt>
                <c:pt idx="3">
                  <c:v>3020495.5770139471</c:v>
                </c:pt>
                <c:pt idx="4">
                  <c:v>1266569.0278889388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1D7C-4869-939E-257A478843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94595104"/>
        <c:axId val="1"/>
      </c:barChart>
      <c:catAx>
        <c:axId val="39459510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0486542.63920171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39459510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1009463722397478E-2"/>
          <c:y val="5.8890147225368061E-2"/>
          <c:w val="0.917981072555205"/>
          <c:h val="0.88221970554926388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A3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12AD-4E04-B875-31EA08C5ECFD}"/>
              </c:ext>
            </c:extLst>
          </c:dPt>
          <c:dPt>
            <c:idx val="5"/>
            <c:invertIfNegative val="0"/>
            <c:bubble3D val="0"/>
            <c:spPr>
              <a:solidFill>
                <a:srgbClr val="D6A3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12AD-4E04-B875-31EA08C5ECFD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5464018.8574770093</c:v>
                </c:pt>
                <c:pt idx="1">
                  <c:v>24562719.36322163</c:v>
                </c:pt>
                <c:pt idx="2">
                  <c:v>42010317.901058652</c:v>
                </c:pt>
                <c:pt idx="3">
                  <c:v>49316610.036461323</c:v>
                </c:pt>
                <c:pt idx="4">
                  <c:v>62332873.596811883</c:v>
                </c:pt>
                <c:pt idx="5">
                  <c:v>24965170.601629145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2AD-4E04-B875-31EA08C5ECFD}"/>
            </c:ext>
          </c:extLst>
        </c:ser>
        <c:ser>
          <c:idx val="1"/>
          <c:order val="1"/>
          <c:spPr>
            <a:solidFill>
              <a:srgbClr val="D6A300"/>
            </a:solidFill>
            <a:ln w="317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6AA7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12AD-4E04-B875-31EA08C5ECFD}"/>
              </c:ext>
            </c:extLst>
          </c:dPt>
          <c:dPt>
            <c:idx val="5"/>
            <c:invertIfNegative val="0"/>
            <c:bubble3D val="0"/>
            <c:spPr>
              <a:solidFill>
                <a:srgbClr val="6AA7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12AD-4E04-B875-31EA08C5ECFD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0">
                  <c:v>15208513.752580881</c:v>
                </c:pt>
                <c:pt idx="1">
                  <c:v>5723149.136712864</c:v>
                </c:pt>
                <c:pt idx="2">
                  <c:v>4617561.7431168854</c:v>
                </c:pt>
                <c:pt idx="3">
                  <c:v>6745845.2666302174</c:v>
                </c:pt>
                <c:pt idx="4">
                  <c:v>2414595.5976921692</c:v>
                </c:pt>
                <c:pt idx="5">
                  <c:v>33993023.798054434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2AD-4E04-B875-31EA08C5ECFD}"/>
            </c:ext>
          </c:extLst>
        </c:ser>
        <c:ser>
          <c:idx val="2"/>
          <c:order val="2"/>
          <c:spPr>
            <a:solidFill>
              <a:srgbClr val="6AA700"/>
            </a:solidFill>
            <a:ln w="317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6-12AD-4E04-B875-31EA08C5ECFD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3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12AD-4E04-B875-31EA08C5ECFD}"/>
              </c:ext>
            </c:extLst>
          </c:dPt>
          <c:val>
            <c:numRef>
              <c:f>Sheet1!$A$3:$F$3</c:f>
              <c:numCache>
                <c:formatCode>General</c:formatCode>
                <c:ptCount val="6"/>
                <c:pt idx="0">
                  <c:v>3890186.75316374</c:v>
                </c:pt>
                <c:pt idx="1">
                  <c:v>11284598.980356783</c:v>
                </c:pt>
                <c:pt idx="2">
                  <c:v>2616276.5566667393</c:v>
                </c:pt>
                <c:pt idx="3">
                  <c:v>1968709.0039259195</c:v>
                </c:pt>
                <c:pt idx="4">
                  <c:v>2914925.5045241117</c:v>
                </c:pt>
                <c:pt idx="5">
                  <c:v>11182753.575691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2AD-4E04-B875-31EA08C5ECFD}"/>
            </c:ext>
          </c:extLst>
        </c:ser>
        <c:ser>
          <c:idx val="3"/>
          <c:order val="3"/>
          <c:spPr>
            <a:solidFill>
              <a:schemeClr val="accent3"/>
            </a:solidFill>
            <a:ln w="3175" cmpd="sng" algn="ctr">
              <a:solidFill>
                <a:srgbClr val="B2B2B2"/>
              </a:solidFill>
              <a:prstDash val="solid"/>
            </a:ln>
          </c:spPr>
          <c:invertIfNegative val="0"/>
          <c:val>
            <c:numRef>
              <c:f>Sheet1!$A$4:$F$4</c:f>
              <c:numCache>
                <c:formatCode>General</c:formatCode>
                <c:ptCount val="6"/>
                <c:pt idx="1">
                  <c:v>439850.42076738179</c:v>
                </c:pt>
                <c:pt idx="2">
                  <c:v>72453.835619047284</c:v>
                </c:pt>
                <c:pt idx="3">
                  <c:v>4301709.2897944227</c:v>
                </c:pt>
                <c:pt idx="4">
                  <c:v>2478553.2763464153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12AD-4E04-B875-31EA08C5EC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60818111"/>
        <c:axId val="1"/>
      </c:barChart>
      <c:catAx>
        <c:axId val="156081811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0140947.975374579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56081811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366120218579235E-2"/>
          <c:y val="9.6474953617810763E-2"/>
          <c:w val="0.97726775956284151"/>
          <c:h val="0.80705009276437845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297D-47F5-AE97-7EC112BCCA0C}"/>
              </c:ext>
            </c:extLst>
          </c:dPt>
          <c:dPt>
            <c:idx val="7"/>
            <c:invertIfNegative val="0"/>
            <c:bubble3D val="0"/>
            <c:spPr>
              <a:solidFill>
                <a:srgbClr val="C0C0C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297D-47F5-AE97-7EC112BCCA0C}"/>
              </c:ext>
            </c:extLst>
          </c:dPt>
          <c:val>
            <c:numRef>
              <c:f>Sheet1!$A$1:$H$1</c:f>
              <c:numCache>
                <c:formatCode>General</c:formatCode>
                <c:ptCount val="8"/>
                <c:pt idx="0">
                  <c:v>53022415.158139981</c:v>
                </c:pt>
                <c:pt idx="1">
                  <c:v>53022415.158139981</c:v>
                </c:pt>
                <c:pt idx="2">
                  <c:v>104480562.41397125</c:v>
                </c:pt>
                <c:pt idx="3">
                  <c:v>123727831.56253818</c:v>
                </c:pt>
                <c:pt idx="4">
                  <c:v>152903222.11690113</c:v>
                </c:pt>
                <c:pt idx="5">
                  <c:v>229033630.45686987</c:v>
                </c:pt>
                <c:pt idx="6">
                  <c:v>286723172.24845445</c:v>
                </c:pt>
                <c:pt idx="7">
                  <c:v>318490270.59445155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97D-47F5-AE97-7EC112BCCA0C}"/>
            </c:ext>
          </c:extLst>
        </c:ser>
        <c:ser>
          <c:idx val="1"/>
          <c:order val="1"/>
          <c:spPr>
            <a:solidFill>
              <a:srgbClr val="6AA700"/>
            </a:solidFill>
            <a:ln w="952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297D-47F5-AE97-7EC112BCCA0C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297D-47F5-AE97-7EC112BCCA0C}"/>
              </c:ext>
            </c:extLst>
          </c:dPt>
          <c:val>
            <c:numRef>
              <c:f>Sheet1!$A$2:$H$2</c:f>
              <c:numCache>
                <c:formatCode>General</c:formatCode>
                <c:ptCount val="8"/>
                <c:pt idx="1">
                  <c:v>51458147.255831279</c:v>
                </c:pt>
                <c:pt idx="2">
                  <c:v>19247269.148566931</c:v>
                </c:pt>
                <c:pt idx="3">
                  <c:v>29175390.554362953</c:v>
                </c:pt>
                <c:pt idx="4">
                  <c:v>76130408.339968771</c:v>
                </c:pt>
                <c:pt idx="5">
                  <c:v>57689541.791584581</c:v>
                </c:pt>
                <c:pt idx="6">
                  <c:v>31767098.345996976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97D-47F5-AE97-7EC112BCCA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224018400"/>
        <c:axId val="1"/>
      </c:barChart>
      <c:catAx>
        <c:axId val="122401840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318490270.59445143"/>
          <c:min val="-1.1920928955078125E-7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22401840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027355623100301E-2"/>
          <c:y val="9.187279151943463E-2"/>
          <c:w val="0.84194528875379937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 w="9525" cmpd="sng" algn="ctr">
                <a:solidFill>
                  <a:srgbClr val="969696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D533-42A1-A6A0-A03527F01B62}"/>
              </c:ext>
            </c:extLst>
          </c:dPt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D533-42A1-A6A0-A03527F01B62}"/>
              </c:ext>
            </c:extLst>
          </c:dPt>
          <c:dPt>
            <c:idx val="3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D533-42A1-A6A0-A03527F01B62}"/>
              </c:ext>
            </c:extLst>
          </c:dPt>
          <c:val>
            <c:numRef>
              <c:f>Sheet1!$A$1:$A$4</c:f>
              <c:numCache>
                <c:formatCode>General</c:formatCode>
                <c:ptCount val="4"/>
                <c:pt idx="1">
                  <c:v>6.1406912001994653</c:v>
                </c:pt>
                <c:pt idx="2">
                  <c:v>89.560247107893858</c:v>
                </c:pt>
                <c:pt idx="3">
                  <c:v>4.299061691906676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533-42A1-A6A0-A03527F01B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9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027355623100301E-2"/>
          <c:y val="9.187279151943463E-2"/>
          <c:w val="0.84194528875379937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947-49D6-991E-F83B20856F5D}"/>
              </c:ext>
            </c:extLst>
          </c:dPt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947-49D6-991E-F83B20856F5D}"/>
              </c:ext>
            </c:extLst>
          </c:dPt>
          <c:dPt>
            <c:idx val="3"/>
            <c:bubble3D val="0"/>
            <c:spPr>
              <a:solidFill>
                <a:schemeClr val="accent3"/>
              </a:solidFill>
              <a:ln w="9525" cmpd="sng" algn="ctr">
                <a:solidFill>
                  <a:srgbClr val="969696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E947-49D6-991E-F83B20856F5D}"/>
              </c:ext>
            </c:extLst>
          </c:dPt>
          <c:val>
            <c:numRef>
              <c:f>Sheet1!$A$1:$A$4</c:f>
              <c:numCache>
                <c:formatCode>General</c:formatCode>
                <c:ptCount val="4"/>
                <c:pt idx="1">
                  <c:v>84.019870603530677</c:v>
                </c:pt>
                <c:pt idx="2">
                  <c:v>15.864817354815186</c:v>
                </c:pt>
                <c:pt idx="3">
                  <c:v>0.11531204165413829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947-49D6-991E-F83B20856F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58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147640791476404E-2"/>
          <c:y val="9.187279151943463E-2"/>
          <c:w val="0.84170471841704719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6FEC-4482-95EE-2BDC674F3216}"/>
              </c:ext>
            </c:extLst>
          </c:dPt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6FEC-4482-95EE-2BDC674F3216}"/>
              </c:ext>
            </c:extLst>
          </c:dPt>
          <c:val>
            <c:numRef>
              <c:f>Sheet1!$A$1:$A$3</c:f>
              <c:numCache>
                <c:formatCode>General</c:formatCode>
                <c:ptCount val="3"/>
                <c:pt idx="1">
                  <c:v>55.787517577393984</c:v>
                </c:pt>
                <c:pt idx="2">
                  <c:v>44.212482422606016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FEC-4482-95EE-2BDC674F32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027355623100301E-2"/>
          <c:y val="9.187279151943463E-2"/>
          <c:w val="0.84194528875379937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9B0-43D7-BDAF-11A6270176F3}"/>
              </c:ext>
            </c:extLst>
          </c:dPt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9B0-43D7-BDAF-11A6270176F3}"/>
              </c:ext>
            </c:extLst>
          </c:dPt>
          <c:dPt>
            <c:idx val="3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E9B0-43D7-BDAF-11A6270176F3}"/>
              </c:ext>
            </c:extLst>
          </c:dPt>
          <c:val>
            <c:numRef>
              <c:f>Sheet1!$A$1:$A$4</c:f>
              <c:numCache>
                <c:formatCode>General</c:formatCode>
                <c:ptCount val="4"/>
                <c:pt idx="1">
                  <c:v>3.9790394411137817</c:v>
                </c:pt>
                <c:pt idx="2">
                  <c:v>89.483651442351103</c:v>
                </c:pt>
                <c:pt idx="3">
                  <c:v>6.5373091165351198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9B0-43D7-BDAF-11A6270176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1009463722397478E-2"/>
          <c:y val="7.4498567335243557E-2"/>
          <c:w val="0.917981072555205"/>
          <c:h val="0.8510028653295128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A3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A581-4489-A5A0-BCDD20DD52F2}"/>
              </c:ext>
            </c:extLst>
          </c:dPt>
          <c:dPt>
            <c:idx val="5"/>
            <c:invertIfNegative val="0"/>
            <c:bubble3D val="0"/>
            <c:spPr>
              <a:solidFill>
                <a:srgbClr val="D6A3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A581-4489-A5A0-BCDD20DD52F2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156956.00965272385</c:v>
                </c:pt>
                <c:pt idx="1">
                  <c:v>5643537.0801613145</c:v>
                </c:pt>
                <c:pt idx="2">
                  <c:v>8900748.30369794</c:v>
                </c:pt>
                <c:pt idx="3">
                  <c:v>10045031.843591847</c:v>
                </c:pt>
                <c:pt idx="4">
                  <c:v>11499925.484808311</c:v>
                </c:pt>
                <c:pt idx="5">
                  <c:v>3059143.5594121064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581-4489-A5A0-BCDD20DD52F2}"/>
            </c:ext>
          </c:extLst>
        </c:ser>
        <c:ser>
          <c:idx val="1"/>
          <c:order val="1"/>
          <c:spPr>
            <a:solidFill>
              <a:srgbClr val="D6A300"/>
            </a:solidFill>
            <a:ln w="317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6AA7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A581-4489-A5A0-BCDD20DD52F2}"/>
              </c:ext>
            </c:extLst>
          </c:dPt>
          <c:dPt>
            <c:idx val="5"/>
            <c:invertIfNegative val="0"/>
            <c:bubble3D val="0"/>
            <c:spPr>
              <a:solidFill>
                <a:srgbClr val="6AA7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A581-4489-A5A0-BCDD20DD52F2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0">
                  <c:v>5144700.8325293949</c:v>
                </c:pt>
                <c:pt idx="1">
                  <c:v>2466423.9234723933</c:v>
                </c:pt>
                <c:pt idx="2">
                  <c:v>28927.604790829122</c:v>
                </c:pt>
                <c:pt idx="3">
                  <c:v>369950.71539908648</c:v>
                </c:pt>
                <c:pt idx="4">
                  <c:v>36885.30609707348</c:v>
                </c:pt>
                <c:pt idx="5">
                  <c:v>8743602.1875512861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581-4489-A5A0-BCDD20DD52F2}"/>
            </c:ext>
          </c:extLst>
        </c:ser>
        <c:ser>
          <c:idx val="2"/>
          <c:order val="2"/>
          <c:spPr>
            <a:solidFill>
              <a:srgbClr val="6AA700"/>
            </a:solidFill>
            <a:ln w="317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6-A581-4489-A5A0-BCDD20DD52F2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3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A581-4489-A5A0-BCDD20DD52F2}"/>
              </c:ext>
            </c:extLst>
          </c:dPt>
          <c:val>
            <c:numRef>
              <c:f>Sheet1!$A$3:$F$3</c:f>
              <c:numCache>
                <c:formatCode>General</c:formatCode>
                <c:ptCount val="6"/>
                <c:pt idx="0">
                  <c:v>341880.23797919601</c:v>
                </c:pt>
                <c:pt idx="1">
                  <c:v>779789.34260329232</c:v>
                </c:pt>
                <c:pt idx="2">
                  <c:v>719.86958349868655</c:v>
                </c:pt>
                <c:pt idx="3">
                  <c:v>1084942.9258173797</c:v>
                </c:pt>
                <c:pt idx="4">
                  <c:v>1733449.2170177195</c:v>
                </c:pt>
                <c:pt idx="5">
                  <c:v>2245178.4960023742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581-4489-A5A0-BCDD20DD52F2}"/>
            </c:ext>
          </c:extLst>
        </c:ser>
        <c:ser>
          <c:idx val="3"/>
          <c:order val="3"/>
          <c:spPr>
            <a:solidFill>
              <a:schemeClr val="accent3"/>
            </a:solidFill>
            <a:ln w="3175" cmpd="sng" algn="ctr">
              <a:solidFill>
                <a:srgbClr val="B2B2B2"/>
              </a:solidFill>
              <a:prstDash val="solid"/>
            </a:ln>
          </c:spPr>
          <c:invertIfNegative val="0"/>
          <c:val>
            <c:numRef>
              <c:f>Sheet1!$A$4:$F$4</c:f>
              <c:numCache>
                <c:formatCode>General</c:formatCode>
                <c:ptCount val="6"/>
                <c:pt idx="1">
                  <c:v>10997.957460939884</c:v>
                </c:pt>
                <c:pt idx="2">
                  <c:v>1114636.0655195788</c:v>
                </c:pt>
                <c:pt idx="4">
                  <c:v>777664.23504266143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A581-4489-A5A0-BCDD20DD52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03775903"/>
        <c:axId val="1"/>
      </c:barChart>
      <c:catAx>
        <c:axId val="160377590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4047924.242965767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60377590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1009463722397478E-2"/>
          <c:y val="5.8890147225368061E-2"/>
          <c:w val="0.917981072555205"/>
          <c:h val="0.88221970554926388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A3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BAA-4C61-AC4F-40328A62F3CA}"/>
              </c:ext>
            </c:extLst>
          </c:dPt>
          <c:dPt>
            <c:idx val="5"/>
            <c:invertIfNegative val="0"/>
            <c:bubble3D val="0"/>
            <c:spPr>
              <a:solidFill>
                <a:srgbClr val="D6A3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BAA-4C61-AC4F-40328A62F3CA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314412.51562055352</c:v>
                </c:pt>
                <c:pt idx="1">
                  <c:v>11424163.038697993</c:v>
                </c:pt>
                <c:pt idx="2">
                  <c:v>15582276.020907942</c:v>
                </c:pt>
                <c:pt idx="3">
                  <c:v>16759597.218830958</c:v>
                </c:pt>
                <c:pt idx="4">
                  <c:v>20936344.011601642</c:v>
                </c:pt>
                <c:pt idx="5">
                  <c:v>5464018.8574770084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BAA-4C61-AC4F-40328A62F3CA}"/>
            </c:ext>
          </c:extLst>
        </c:ser>
        <c:ser>
          <c:idx val="1"/>
          <c:order val="1"/>
          <c:spPr>
            <a:solidFill>
              <a:srgbClr val="D6A300"/>
            </a:solidFill>
            <a:ln w="317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6AA7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8BAA-4C61-AC4F-40328A62F3CA}"/>
              </c:ext>
            </c:extLst>
          </c:dPt>
          <c:dPt>
            <c:idx val="5"/>
            <c:invertIfNegative val="0"/>
            <c:bubble3D val="0"/>
            <c:spPr>
              <a:solidFill>
                <a:srgbClr val="6AA7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8BAA-4C61-AC4F-40328A62F3CA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0">
                  <c:v>9386699.267355442</c:v>
                </c:pt>
                <c:pt idx="1">
                  <c:v>2624995.9242371153</c:v>
                </c:pt>
                <c:pt idx="2">
                  <c:v>61965.262819938362</c:v>
                </c:pt>
                <c:pt idx="3">
                  <c:v>2416179.2870511748</c:v>
                </c:pt>
                <c:pt idx="4">
                  <c:v>46465.86774822697</c:v>
                </c:pt>
                <c:pt idx="5">
                  <c:v>15208513.752580885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BAA-4C61-AC4F-40328A62F3CA}"/>
            </c:ext>
          </c:extLst>
        </c:ser>
        <c:ser>
          <c:idx val="2"/>
          <c:order val="2"/>
          <c:spPr>
            <a:solidFill>
              <a:srgbClr val="6AA700"/>
            </a:solidFill>
            <a:ln w="317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6-8BAA-4C61-AC4F-40328A62F3CA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3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8BAA-4C61-AC4F-40328A62F3CA}"/>
              </c:ext>
            </c:extLst>
          </c:dPt>
          <c:val>
            <c:numRef>
              <c:f>Sheet1!$A$3:$F$3</c:f>
              <c:numCache>
                <c:formatCode>General</c:formatCode>
                <c:ptCount val="6"/>
                <c:pt idx="0">
                  <c:v>1723051.2557219975</c:v>
                </c:pt>
                <c:pt idx="1">
                  <c:v>1520286.2850915454</c:v>
                </c:pt>
                <c:pt idx="2">
                  <c:v>719.86958349868655</c:v>
                </c:pt>
                <c:pt idx="3">
                  <c:v>1760567.505719509</c:v>
                </c:pt>
                <c:pt idx="4">
                  <c:v>2540240.8248308897</c:v>
                </c:pt>
                <c:pt idx="5">
                  <c:v>3890186.7531637438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BAA-4C61-AC4F-40328A62F3CA}"/>
            </c:ext>
          </c:extLst>
        </c:ser>
        <c:ser>
          <c:idx val="3"/>
          <c:order val="3"/>
          <c:spPr>
            <a:solidFill>
              <a:schemeClr val="accent3"/>
            </a:solidFill>
            <a:ln w="3175" cmpd="sng" algn="ctr">
              <a:solidFill>
                <a:srgbClr val="B2B2B2"/>
              </a:solidFill>
              <a:prstDash val="solid"/>
            </a:ln>
          </c:spPr>
          <c:invertIfNegative val="0"/>
          <c:val>
            <c:numRef>
              <c:f>Sheet1!$A$4:$F$4</c:f>
              <c:numCache>
                <c:formatCode>General</c:formatCode>
                <c:ptCount val="6"/>
                <c:pt idx="1">
                  <c:v>12830.772881288081</c:v>
                </c:pt>
                <c:pt idx="2">
                  <c:v>1114636.0655195788</c:v>
                </c:pt>
                <c:pt idx="4">
                  <c:v>1039668.6590408795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BAA-4C61-AC4F-40328A62F3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111845152"/>
        <c:axId val="1"/>
      </c:barChart>
      <c:catAx>
        <c:axId val="111184515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4562719.363221638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11184515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027355623100301E-2"/>
          <c:y val="9.187279151943463E-2"/>
          <c:w val="0.84194528875379937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A577-48F6-B8C6-EF35C6F8CCFE}"/>
              </c:ext>
            </c:extLst>
          </c:dPt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A577-48F6-B8C6-EF35C6F8CCFE}"/>
              </c:ext>
            </c:extLst>
          </c:dPt>
          <c:dPt>
            <c:idx val="3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A577-48F6-B8C6-EF35C6F8CCFE}"/>
              </c:ext>
            </c:extLst>
          </c:dPt>
          <c:val>
            <c:numRef>
              <c:f>Sheet1!$A$1:$A$4</c:f>
              <c:numCache>
                <c:formatCode>General</c:formatCode>
                <c:ptCount val="4"/>
                <c:pt idx="1">
                  <c:v>4.8377607176122899</c:v>
                </c:pt>
                <c:pt idx="2">
                  <c:v>5.6201759411085538E-2</c:v>
                </c:pt>
                <c:pt idx="3">
                  <c:v>95.106037522976621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577-48F6-B8C6-EF35C6F8CC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43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366120218579235E-2"/>
          <c:y val="9.6474953617810763E-2"/>
          <c:w val="0.97726775956284151"/>
          <c:h val="0.80705009276437845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FAAC-48FC-A918-D07205C6E69D}"/>
              </c:ext>
            </c:extLst>
          </c:dPt>
          <c:dPt>
            <c:idx val="7"/>
            <c:invertIfNegative val="0"/>
            <c:bubble3D val="0"/>
            <c:spPr>
              <a:solidFill>
                <a:srgbClr val="C0C0C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FAAC-48FC-A918-D07205C6E69D}"/>
              </c:ext>
            </c:extLst>
          </c:dPt>
          <c:val>
            <c:numRef>
              <c:f>Sheet1!$A$1:$H$1</c:f>
              <c:numCache>
                <c:formatCode>General</c:formatCode>
                <c:ptCount val="8"/>
                <c:pt idx="0">
                  <c:v>35447682.774444498</c:v>
                </c:pt>
                <c:pt idx="1">
                  <c:v>35447682.774444498</c:v>
                </c:pt>
                <c:pt idx="2">
                  <c:v>125438003.18849975</c:v>
                </c:pt>
                <c:pt idx="3">
                  <c:v>134752462.24533525</c:v>
                </c:pt>
                <c:pt idx="4">
                  <c:v>157495518.76568335</c:v>
                </c:pt>
                <c:pt idx="5">
                  <c:v>230484728.10261139</c:v>
                </c:pt>
                <c:pt idx="6">
                  <c:v>232085616.54933828</c:v>
                </c:pt>
                <c:pt idx="7">
                  <c:v>234683581.34978399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AAC-48FC-A918-D07205C6E69D}"/>
            </c:ext>
          </c:extLst>
        </c:ser>
        <c:ser>
          <c:idx val="1"/>
          <c:order val="1"/>
          <c:spPr>
            <a:solidFill>
              <a:srgbClr val="6AA700"/>
            </a:solidFill>
            <a:ln w="952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FAAC-48FC-A918-D07205C6E69D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FAAC-48FC-A918-D07205C6E69D}"/>
              </c:ext>
            </c:extLst>
          </c:dPt>
          <c:val>
            <c:numRef>
              <c:f>Sheet1!$A$2:$H$2</c:f>
              <c:numCache>
                <c:formatCode>General</c:formatCode>
                <c:ptCount val="8"/>
                <c:pt idx="1">
                  <c:v>89990320.414055288</c:v>
                </c:pt>
                <c:pt idx="2">
                  <c:v>9314459.0568355024</c:v>
                </c:pt>
                <c:pt idx="3">
                  <c:v>22743056.520348102</c:v>
                </c:pt>
                <c:pt idx="4">
                  <c:v>72989209.33692804</c:v>
                </c:pt>
                <c:pt idx="5">
                  <c:v>1600888.4467268884</c:v>
                </c:pt>
                <c:pt idx="6">
                  <c:v>2597964.8004456758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AAC-48FC-A918-D07205C6E6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541508448"/>
        <c:axId val="1"/>
      </c:barChart>
      <c:catAx>
        <c:axId val="54150844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234683581.34978396"/>
          <c:min val="-5.9604644775390625E-8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54150844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027355623100301E-2"/>
          <c:y val="9.187279151943463E-2"/>
          <c:w val="0.84194528875379937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A424-431D-B237-D6C1AC89EF06}"/>
              </c:ext>
            </c:extLst>
          </c:dPt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A424-431D-B237-D6C1AC89EF06}"/>
              </c:ext>
            </c:extLst>
          </c:dPt>
          <c:dPt>
            <c:idx val="3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A424-431D-B237-D6C1AC89EF06}"/>
              </c:ext>
            </c:extLst>
          </c:dPt>
          <c:val>
            <c:numRef>
              <c:f>Sheet1!$A$1:$A$4</c:f>
              <c:numCache>
                <c:formatCode>General</c:formatCode>
                <c:ptCount val="4"/>
                <c:pt idx="1">
                  <c:v>64.435195916881426</c:v>
                </c:pt>
                <c:pt idx="2">
                  <c:v>34.184430219919975</c:v>
                </c:pt>
                <c:pt idx="3">
                  <c:v>1.3803738631985927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424-431D-B237-D6C1AC89EF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9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027355623100301E-2"/>
          <c:y val="9.187279151943463E-2"/>
          <c:w val="0.84194528875379937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BE70-419B-9F5D-75FD7185F5A2}"/>
              </c:ext>
            </c:extLst>
          </c:dPt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E70-419B-9F5D-75FD7185F5A2}"/>
              </c:ext>
            </c:extLst>
          </c:dPt>
          <c:val>
            <c:numRef>
              <c:f>Sheet1!$A$1:$A$3</c:f>
              <c:numCache>
                <c:formatCode>General</c:formatCode>
                <c:ptCount val="3"/>
                <c:pt idx="1">
                  <c:v>14.51794938917241</c:v>
                </c:pt>
                <c:pt idx="2">
                  <c:v>85.482050610827585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E70-419B-9F5D-75FD7185F5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08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147640791476404E-2"/>
          <c:y val="9.187279151943463E-2"/>
          <c:w val="0.84170471841704719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A1F4-42EA-A890-D24141BC6F70}"/>
              </c:ext>
            </c:extLst>
          </c:dPt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A1F4-42EA-A890-D24141BC6F70}"/>
              </c:ext>
            </c:extLst>
          </c:dPt>
          <c:val>
            <c:numRef>
              <c:f>Sheet1!$A$1:$A$3</c:f>
              <c:numCache>
                <c:formatCode>General</c:formatCode>
                <c:ptCount val="3"/>
                <c:pt idx="1">
                  <c:v>1.3351379032848054</c:v>
                </c:pt>
                <c:pt idx="2">
                  <c:v>98.664862096715197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1F4-42EA-A890-D24141BC6F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55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027355623100301E-2"/>
          <c:y val="9.187279151943463E-2"/>
          <c:w val="0.84194528875379937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516E-459A-966D-ECB652686AB6}"/>
              </c:ext>
            </c:extLst>
          </c:dPt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516E-459A-966D-ECB652686AB6}"/>
              </c:ext>
            </c:extLst>
          </c:dPt>
          <c:val>
            <c:numRef>
              <c:f>Sheet1!$A$1:$A$3</c:f>
              <c:numCache>
                <c:formatCode>General</c:formatCode>
                <c:ptCount val="3"/>
                <c:pt idx="1">
                  <c:v>0.63336640905721642</c:v>
                </c:pt>
                <c:pt idx="2">
                  <c:v>99.366633590942783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6E-459A-966D-ECB652686A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1009463722397478E-2"/>
          <c:y val="7.4498567335243557E-2"/>
          <c:w val="0.917981072555205"/>
          <c:h val="0.8510028653295128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4FD6-46C6-AE3D-B8BA57691B30}"/>
              </c:ext>
            </c:extLst>
          </c:dPt>
          <c:dPt>
            <c:idx val="5"/>
            <c:invertIfNegative val="0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4FD6-46C6-AE3D-B8BA57691B30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2184154.5991013558</c:v>
                </c:pt>
                <c:pt idx="1">
                  <c:v>6021938.3484234074</c:v>
                </c:pt>
                <c:pt idx="2">
                  <c:v>6243214.9820552608</c:v>
                </c:pt>
                <c:pt idx="3">
                  <c:v>6305767.1729333261</c:v>
                </c:pt>
                <c:pt idx="4">
                  <c:v>6375180.60275428</c:v>
                </c:pt>
                <c:pt idx="5">
                  <c:v>2348718.9335182891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FD6-46C6-AE3D-B8BA57691B30}"/>
            </c:ext>
          </c:extLst>
        </c:ser>
        <c:ser>
          <c:idx val="1"/>
          <c:order val="1"/>
          <c:spPr>
            <a:solidFill>
              <a:srgbClr val="D6A300"/>
            </a:solidFill>
            <a:ln w="952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4FD6-46C6-AE3D-B8BA57691B30}"/>
              </c:ext>
            </c:extLst>
          </c:dPt>
          <c:dPt>
            <c:idx val="5"/>
            <c:invertIfNegative val="0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4FD6-46C6-AE3D-B8BA57691B30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0">
                  <c:v>3713386.4341537575</c:v>
                </c:pt>
                <c:pt idx="1">
                  <c:v>94514.674647871405</c:v>
                </c:pt>
                <c:pt idx="2">
                  <c:v>62552.190878065303</c:v>
                </c:pt>
                <c:pt idx="3">
                  <c:v>1742.4831008985639</c:v>
                </c:pt>
                <c:pt idx="4">
                  <c:v>5754.985790098086</c:v>
                </c:pt>
                <c:pt idx="5">
                  <c:v>9175831.6297714431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FD6-46C6-AE3D-B8BA57691B30}"/>
            </c:ext>
          </c:extLst>
        </c:ser>
        <c:ser>
          <c:idx val="2"/>
          <c:order val="2"/>
          <c:spPr>
            <a:solidFill>
              <a:srgbClr val="6AA700"/>
            </a:solidFill>
            <a:ln w="952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6-4FD6-46C6-AE3D-B8BA57691B30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4FD6-46C6-AE3D-B8BA57691B30}"/>
              </c:ext>
            </c:extLst>
          </c:dPt>
          <c:val>
            <c:numRef>
              <c:f>Sheet1!$A$3:$F$3</c:f>
              <c:numCache>
                <c:formatCode>General</c:formatCode>
                <c:ptCount val="6"/>
                <c:pt idx="0">
                  <c:v>124397.31516829412</c:v>
                </c:pt>
                <c:pt idx="1">
                  <c:v>126761.95898398105</c:v>
                </c:pt>
                <c:pt idx="3">
                  <c:v>67670.946720055304</c:v>
                </c:pt>
                <c:pt idx="4">
                  <c:v>5268012.2899136487</c:v>
                </c:pt>
                <c:pt idx="5">
                  <c:v>124397.31516829319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FD6-46C6-AE3D-B8BA57691B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283800064"/>
        <c:axId val="1"/>
      </c:barChart>
      <c:catAx>
        <c:axId val="128380006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1648947.878458027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28380006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1009463722397478E-2"/>
          <c:y val="5.8890147225368061E-2"/>
          <c:w val="0.917981072555205"/>
          <c:h val="0.88221970554926388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7AE7-4553-8D63-DF582BF3D4DF}"/>
              </c:ext>
            </c:extLst>
          </c:dPt>
          <c:dPt>
            <c:idx val="5"/>
            <c:invertIfNegative val="0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7AE7-4553-8D63-DF582BF3D4DF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5514837.087902328</c:v>
                </c:pt>
                <c:pt idx="1">
                  <c:v>11136412.776649887</c:v>
                </c:pt>
                <c:pt idx="2">
                  <c:v>11918360.822862824</c:v>
                </c:pt>
                <c:pt idx="3">
                  <c:v>12003685.43083124</c:v>
                </c:pt>
                <c:pt idx="4">
                  <c:v>12121435.251166519</c:v>
                </c:pt>
                <c:pt idx="5">
                  <c:v>5723149.1367128575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AE7-4553-8D63-DF582BF3D4DF}"/>
            </c:ext>
          </c:extLst>
        </c:ser>
        <c:ser>
          <c:idx val="1"/>
          <c:order val="1"/>
          <c:spPr>
            <a:solidFill>
              <a:srgbClr val="D6A300"/>
            </a:solidFill>
            <a:ln w="952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7AE7-4553-8D63-DF582BF3D4DF}"/>
              </c:ext>
            </c:extLst>
          </c:dPt>
          <c:dPt>
            <c:idx val="5"/>
            <c:invertIfNegative val="0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7AE7-4553-8D63-DF582BF3D4DF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0">
                  <c:v>5181725.267980177</c:v>
                </c:pt>
                <c:pt idx="1">
                  <c:v>112815.46802433394</c:v>
                </c:pt>
                <c:pt idx="2">
                  <c:v>85324.607968416065</c:v>
                </c:pt>
                <c:pt idx="3">
                  <c:v>1742.4831008985639</c:v>
                </c:pt>
                <c:pt idx="4">
                  <c:v>8429.4897168818861</c:v>
                </c:pt>
                <c:pt idx="5">
                  <c:v>11284598.980356783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AE7-4553-8D63-DF582BF3D4DF}"/>
            </c:ext>
          </c:extLst>
        </c:ser>
        <c:ser>
          <c:idx val="2"/>
          <c:order val="2"/>
          <c:spPr>
            <a:solidFill>
              <a:srgbClr val="6AA700"/>
            </a:solidFill>
            <a:ln w="952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6-7AE7-4553-8D63-DF582BF3D4DF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7AE7-4553-8D63-DF582BF3D4DF}"/>
              </c:ext>
            </c:extLst>
          </c:dPt>
          <c:val>
            <c:numRef>
              <c:f>Sheet1!$A$3:$F$3</c:f>
              <c:numCache>
                <c:formatCode>General</c:formatCode>
                <c:ptCount val="6"/>
                <c:pt idx="0">
                  <c:v>439850.42076738179</c:v>
                </c:pt>
                <c:pt idx="1">
                  <c:v>669132.57818860374</c:v>
                </c:pt>
                <c:pt idx="3">
                  <c:v>116007.33723437972</c:v>
                </c:pt>
                <c:pt idx="4">
                  <c:v>5317733.7969536204</c:v>
                </c:pt>
                <c:pt idx="5">
                  <c:v>439850.42076738179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AE7-4553-8D63-DF582BF3D4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283747744"/>
        <c:axId val="1"/>
      </c:barChart>
      <c:catAx>
        <c:axId val="12837477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17447598.537837021"/>
          <c:min val="-1.862645149230957E-9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2837477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027355623100301E-2"/>
          <c:y val="9.187279151943463E-2"/>
          <c:w val="0.84194528875379937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D6D2-4106-83CF-63C5F6E61A31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D2-4106-83CF-63C5F6E61A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366120218579235E-2"/>
          <c:y val="9.6474953617810763E-2"/>
          <c:w val="0.97726775956284151"/>
          <c:h val="0.80705009276437845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AF4-4B70-82BA-B01D55F16A21}"/>
              </c:ext>
            </c:extLst>
          </c:dPt>
          <c:dPt>
            <c:idx val="7"/>
            <c:invertIfNegative val="0"/>
            <c:bubble3D val="0"/>
            <c:spPr>
              <a:solidFill>
                <a:srgbClr val="C0C0C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AF4-4B70-82BA-B01D55F16A21}"/>
              </c:ext>
            </c:extLst>
          </c:dPt>
          <c:val>
            <c:numRef>
              <c:f>Sheet1!$A$1:$H$1</c:f>
              <c:numCache>
                <c:formatCode>General</c:formatCode>
                <c:ptCount val="8"/>
                <c:pt idx="0">
                  <c:v>90150278.208236381</c:v>
                </c:pt>
                <c:pt idx="1">
                  <c:v>90150278.208236381</c:v>
                </c:pt>
                <c:pt idx="2">
                  <c:v>139257389.29668474</c:v>
                </c:pt>
                <c:pt idx="3">
                  <c:v>156258011.16365153</c:v>
                </c:pt>
                <c:pt idx="4">
                  <c:v>170566379.46934903</c:v>
                </c:pt>
                <c:pt idx="5">
                  <c:v>178762050.90454715</c:v>
                </c:pt>
                <c:pt idx="6">
                  <c:v>183047133.11617923</c:v>
                </c:pt>
                <c:pt idx="7">
                  <c:v>183548681.97655159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AF4-4B70-82BA-B01D55F16A21}"/>
            </c:ext>
          </c:extLst>
        </c:ser>
        <c:ser>
          <c:idx val="1"/>
          <c:order val="1"/>
          <c:spPr>
            <a:solidFill>
              <a:srgbClr val="6AA700"/>
            </a:solidFill>
            <a:ln w="952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8AF4-4B70-82BA-B01D55F16A21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8AF4-4B70-82BA-B01D55F16A21}"/>
              </c:ext>
            </c:extLst>
          </c:dPt>
          <c:val>
            <c:numRef>
              <c:f>Sheet1!$A$2:$H$2</c:f>
              <c:numCache>
                <c:formatCode>General</c:formatCode>
                <c:ptCount val="8"/>
                <c:pt idx="1">
                  <c:v>49107111.088448361</c:v>
                </c:pt>
                <c:pt idx="2">
                  <c:v>17000621.866966784</c:v>
                </c:pt>
                <c:pt idx="3">
                  <c:v>14308368.305697501</c:v>
                </c:pt>
                <c:pt idx="4">
                  <c:v>8195671.4351981282</c:v>
                </c:pt>
                <c:pt idx="5">
                  <c:v>4285082.2116320729</c:v>
                </c:pt>
                <c:pt idx="6">
                  <c:v>501548.86037236452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AF4-4B70-82BA-B01D55F16A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12897760"/>
        <c:axId val="1"/>
      </c:barChart>
      <c:catAx>
        <c:axId val="91289776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3548681.97655159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91289776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027355623100301E-2"/>
          <c:y val="9.187279151943463E-2"/>
          <c:w val="0.84194528875379937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CAB-4020-AE83-28E7872832BE}"/>
              </c:ext>
            </c:extLst>
          </c:dPt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CAB-4020-AE83-28E7872832BE}"/>
              </c:ext>
            </c:extLst>
          </c:dPt>
          <c:dPt>
            <c:idx val="3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9CAB-4020-AE83-28E7872832BE}"/>
              </c:ext>
            </c:extLst>
          </c:dPt>
          <c:val>
            <c:numRef>
              <c:f>Sheet1!$A$1:$A$4</c:f>
              <c:numCache>
                <c:formatCode>General</c:formatCode>
                <c:ptCount val="4"/>
                <c:pt idx="1">
                  <c:v>63.581508893524386</c:v>
                </c:pt>
                <c:pt idx="2">
                  <c:v>35.249203439500569</c:v>
                </c:pt>
                <c:pt idx="3">
                  <c:v>1.1692876669750381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CAB-4020-AE83-28E7872832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9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027355623100301E-2"/>
          <c:y val="9.187279151943463E-2"/>
          <c:w val="0.84194528875379937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E4E-4B60-89DC-230BF75CC92B}"/>
              </c:ext>
            </c:extLst>
          </c:dPt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E4E-4B60-89DC-230BF75CC92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EE4E-4B60-89DC-230BF75CC92B}"/>
              </c:ext>
            </c:extLst>
          </c:dPt>
          <c:val>
            <c:numRef>
              <c:f>Sheet1!$A$1:$A$4</c:f>
              <c:numCache>
                <c:formatCode>General</c:formatCode>
                <c:ptCount val="4"/>
                <c:pt idx="1">
                  <c:v>73.727189861152155</c:v>
                </c:pt>
                <c:pt idx="2">
                  <c:v>25.749913698795602</c:v>
                </c:pt>
                <c:pt idx="3">
                  <c:v>0.52289644005225344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E4E-4B60-89DC-230BF75CC9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95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147640791476404E-2"/>
          <c:y val="9.187279151943463E-2"/>
          <c:w val="0.84170471841704719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4CF2-4955-9946-2311C58BF1DC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F2-4955-9946-2311C58BF1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027355623100301E-2"/>
          <c:y val="9.187279151943463E-2"/>
          <c:w val="0.84194528875379937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AB40-4945-B0D3-8FFAA2B32363}"/>
              </c:ext>
            </c:extLst>
          </c:dPt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AB40-4945-B0D3-8FFAA2B32363}"/>
              </c:ext>
            </c:extLst>
          </c:dPt>
          <c:val>
            <c:numRef>
              <c:f>Sheet1!$A$1:$A$3</c:f>
              <c:numCache>
                <c:formatCode>General</c:formatCode>
                <c:ptCount val="3"/>
                <c:pt idx="1">
                  <c:v>56.824689317049447</c:v>
                </c:pt>
                <c:pt idx="2">
                  <c:v>43.17531068295056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B40-4945-B0D3-8FFAA2B323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48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1009463722397478E-2"/>
          <c:y val="7.4498567335243557E-2"/>
          <c:w val="0.917981072555205"/>
          <c:h val="0.8510028653295128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4C11-4747-91A4-1292BABF1CB2}"/>
              </c:ext>
            </c:extLst>
          </c:dPt>
          <c:dPt>
            <c:idx val="5"/>
            <c:invertIfNegative val="0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4C11-4747-91A4-1292BABF1CB2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414281.77855922864</c:v>
                </c:pt>
                <c:pt idx="1">
                  <c:v>702865.23661347525</c:v>
                </c:pt>
                <c:pt idx="2">
                  <c:v>1237655.4458102454</c:v>
                </c:pt>
                <c:pt idx="3">
                  <c:v>1583556.0559395892</c:v>
                </c:pt>
                <c:pt idx="4">
                  <c:v>2278784.8717591986</c:v>
                </c:pt>
                <c:pt idx="5">
                  <c:v>2282402.2548620161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C11-4747-91A4-1292BABF1CB2}"/>
            </c:ext>
          </c:extLst>
        </c:ser>
        <c:ser>
          <c:idx val="1"/>
          <c:order val="1"/>
          <c:spPr>
            <a:solidFill>
              <a:srgbClr val="D6A300"/>
            </a:solidFill>
            <a:ln w="952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4C11-4747-91A4-1292BABF1CB2}"/>
              </c:ext>
            </c:extLst>
          </c:dPt>
          <c:dPt>
            <c:idx val="5"/>
            <c:invertIfNegative val="0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4C11-4747-91A4-1292BABF1CB2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0">
                  <c:v>267873.29320816696</c:v>
                </c:pt>
                <c:pt idx="1">
                  <c:v>434819.3472132294</c:v>
                </c:pt>
                <c:pt idx="2">
                  <c:v>345900.61012934381</c:v>
                </c:pt>
                <c:pt idx="3">
                  <c:v>695228.81581960944</c:v>
                </c:pt>
                <c:pt idx="4">
                  <c:v>392171.70314060478</c:v>
                </c:pt>
                <c:pt idx="5">
                  <c:v>478129.34326578956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C11-4747-91A4-1292BABF1CB2}"/>
            </c:ext>
          </c:extLst>
        </c:ser>
        <c:ser>
          <c:idx val="2"/>
          <c:order val="2"/>
          <c:spPr>
            <a:solidFill>
              <a:srgbClr val="6AA700"/>
            </a:solidFill>
            <a:ln w="952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6-4C11-4747-91A4-1292BABF1CB2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4C11-4747-91A4-1292BABF1CB2}"/>
              </c:ext>
            </c:extLst>
          </c:dPt>
          <c:val>
            <c:numRef>
              <c:f>Sheet1!$A$3:$F$3</c:f>
              <c:numCache>
                <c:formatCode>General</c:formatCode>
                <c:ptCount val="6"/>
                <c:pt idx="0">
                  <c:v>20710.164846079657</c:v>
                </c:pt>
                <c:pt idx="1">
                  <c:v>68224.307416054187</c:v>
                </c:pt>
                <c:pt idx="2">
                  <c:v>0</c:v>
                </c:pt>
                <c:pt idx="4">
                  <c:v>142031.74264156818</c:v>
                </c:pt>
                <c:pt idx="5">
                  <c:v>52456.719413565937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C11-4747-91A4-1292BABF1CB2}"/>
            </c:ext>
          </c:extLst>
        </c:ser>
        <c:ser>
          <c:idx val="3"/>
          <c:order val="3"/>
          <c:spPr>
            <a:solidFill>
              <a:schemeClr val="accent3"/>
            </a:solidFill>
            <a:ln w="9525" cmpd="sng" algn="ctr">
              <a:solidFill>
                <a:srgbClr val="B2B2B2"/>
              </a:solidFill>
              <a:prstDash val="solid"/>
            </a:ln>
          </c:spPr>
          <c:invertIfNegative val="0"/>
          <c:val>
            <c:numRef>
              <c:f>Sheet1!$A$4:$F$4</c:f>
              <c:numCache>
                <c:formatCode>General</c:formatCode>
                <c:ptCount val="6"/>
                <c:pt idx="1">
                  <c:v>31746.554567486513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4C11-4747-91A4-1292BABF1C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68196096"/>
        <c:axId val="1"/>
      </c:barChart>
      <c:catAx>
        <c:axId val="176819609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812988.317541371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76819609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1009463722397478E-2"/>
          <c:y val="5.8890147225368061E-2"/>
          <c:w val="0.917981072555205"/>
          <c:h val="0.88221970554926388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C078-48AE-9536-E1E607AEED27}"/>
              </c:ext>
            </c:extLst>
          </c:dPt>
          <c:dPt>
            <c:idx val="5"/>
            <c:invertIfNegative val="0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C078-48AE-9536-E1E607AEED27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872299.56910439476</c:v>
                </c:pt>
                <c:pt idx="1">
                  <c:v>1397717.0126995551</c:v>
                </c:pt>
                <c:pt idx="2">
                  <c:v>1964415.0038285283</c:v>
                </c:pt>
                <c:pt idx="3">
                  <c:v>4039775.8066853955</c:v>
                </c:pt>
                <c:pt idx="4">
                  <c:v>6364276.4966259059</c:v>
                </c:pt>
                <c:pt idx="5">
                  <c:v>4617561.7431168808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78-48AE-9536-E1E607AEED27}"/>
            </c:ext>
          </c:extLst>
        </c:ser>
        <c:ser>
          <c:idx val="1"/>
          <c:order val="1"/>
          <c:spPr>
            <a:solidFill>
              <a:srgbClr val="D6A300"/>
            </a:solidFill>
            <a:ln w="952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C078-48AE-9536-E1E607AEED27}"/>
              </c:ext>
            </c:extLst>
          </c:dPt>
          <c:dPt>
            <c:idx val="5"/>
            <c:invertIfNegative val="0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C078-48AE-9536-E1E607AEED27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0">
                  <c:v>487718.46262203215</c:v>
                </c:pt>
                <c:pt idx="1">
                  <c:v>439487.60752773052</c:v>
                </c:pt>
                <c:pt idx="2">
                  <c:v>445976.41649133293</c:v>
                </c:pt>
                <c:pt idx="3">
                  <c:v>2324500.6899405103</c:v>
                </c:pt>
                <c:pt idx="4">
                  <c:v>535297.46005291305</c:v>
                </c:pt>
                <c:pt idx="5">
                  <c:v>2616276.5566667402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078-48AE-9536-E1E607AEED27}"/>
            </c:ext>
          </c:extLst>
        </c:ser>
        <c:ser>
          <c:idx val="2"/>
          <c:order val="2"/>
          <c:spPr>
            <a:solidFill>
              <a:srgbClr val="6AA700"/>
            </a:solidFill>
            <a:ln w="952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6-C078-48AE-9536-E1E607AEED27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C078-48AE-9536-E1E607AEED27}"/>
              </c:ext>
            </c:extLst>
          </c:dPt>
          <c:val>
            <c:numRef>
              <c:f>Sheet1!$A$3:$F$3</c:f>
              <c:numCache>
                <c:formatCode>General</c:formatCode>
                <c:ptCount val="6"/>
                <c:pt idx="0">
                  <c:v>37698.980973128229</c:v>
                </c:pt>
                <c:pt idx="1">
                  <c:v>92455.52895532595</c:v>
                </c:pt>
                <c:pt idx="2">
                  <c:v>1629384.3863655352</c:v>
                </c:pt>
                <c:pt idx="4">
                  <c:v>406718.17872384656</c:v>
                </c:pt>
                <c:pt idx="5">
                  <c:v>72453.835619045421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078-48AE-9536-E1E607AEED27}"/>
            </c:ext>
          </c:extLst>
        </c:ser>
        <c:ser>
          <c:idx val="3"/>
          <c:order val="3"/>
          <c:spPr>
            <a:solidFill>
              <a:schemeClr val="accent3"/>
            </a:solidFill>
            <a:ln w="9525" cmpd="sng" algn="ctr">
              <a:solidFill>
                <a:srgbClr val="B2B2B2"/>
              </a:solidFill>
              <a:prstDash val="solid"/>
            </a:ln>
          </c:spPr>
          <c:invertIfNegative val="0"/>
          <c:val>
            <c:numRef>
              <c:f>Sheet1!$A$4:$F$4</c:f>
              <c:numCache>
                <c:formatCode>General</c:formatCode>
                <c:ptCount val="6"/>
                <c:pt idx="1">
                  <c:v>34754.854645917192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078-48AE-9536-E1E607AEED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820504496"/>
        <c:axId val="1"/>
      </c:barChart>
      <c:catAx>
        <c:axId val="82050449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7306292.1354026655"/>
          <c:min val="-9.3132257461547852E-1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82050449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027355623100301E-2"/>
          <c:y val="9.187279151943463E-2"/>
          <c:w val="0.84194528875379937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311-4FB6-8A17-788F32C89202}"/>
              </c:ext>
            </c:extLst>
          </c:dPt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311-4FB6-8A17-788F32C89202}"/>
              </c:ext>
            </c:extLst>
          </c:dPt>
          <c:val>
            <c:numRef>
              <c:f>Sheet1!$A$1:$A$3</c:f>
              <c:numCache>
                <c:formatCode>General</c:formatCode>
                <c:ptCount val="3"/>
                <c:pt idx="1">
                  <c:v>64.037500671908546</c:v>
                </c:pt>
                <c:pt idx="2">
                  <c:v>35.962499328091454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311-4FB6-8A17-788F32C892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366120218579235E-2"/>
          <c:y val="9.6474953617810763E-2"/>
          <c:w val="0.97726775956284151"/>
          <c:h val="0.80705009276437845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1FFC-493D-8CF4-1C74C352E2F8}"/>
              </c:ext>
            </c:extLst>
          </c:dPt>
          <c:dPt>
            <c:idx val="7"/>
            <c:invertIfNegative val="0"/>
            <c:bubble3D val="0"/>
            <c:spPr>
              <a:solidFill>
                <a:srgbClr val="C0C0C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1FFC-493D-8CF4-1C74C352E2F8}"/>
              </c:ext>
            </c:extLst>
          </c:dPt>
          <c:val>
            <c:numRef>
              <c:f>Sheet1!$A$1:$H$1</c:f>
              <c:numCache>
                <c:formatCode>General</c:formatCode>
                <c:ptCount val="8"/>
                <c:pt idx="0">
                  <c:v>22661971.876353152</c:v>
                </c:pt>
                <c:pt idx="1">
                  <c:v>22661971.876353152</c:v>
                </c:pt>
                <c:pt idx="2">
                  <c:v>79828443.544694245</c:v>
                </c:pt>
                <c:pt idx="3">
                  <c:v>95460754.220801726</c:v>
                </c:pt>
                <c:pt idx="4">
                  <c:v>95575600.565892994</c:v>
                </c:pt>
                <c:pt idx="5">
                  <c:v>99421543.012288198</c:v>
                </c:pt>
                <c:pt idx="6">
                  <c:v>112195314.25149538</c:v>
                </c:pt>
                <c:pt idx="7">
                  <c:v>142597719.03863066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FFC-493D-8CF4-1C74C352E2F8}"/>
            </c:ext>
          </c:extLst>
        </c:ser>
        <c:ser>
          <c:idx val="1"/>
          <c:order val="1"/>
          <c:spPr>
            <a:solidFill>
              <a:srgbClr val="6AA700"/>
            </a:solidFill>
            <a:ln w="952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1FFC-493D-8CF4-1C74C352E2F8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1FFC-493D-8CF4-1C74C352E2F8}"/>
              </c:ext>
            </c:extLst>
          </c:dPt>
          <c:val>
            <c:numRef>
              <c:f>Sheet1!$A$2:$H$2</c:f>
              <c:numCache>
                <c:formatCode>General</c:formatCode>
                <c:ptCount val="8"/>
                <c:pt idx="1">
                  <c:v>57166471.668341108</c:v>
                </c:pt>
                <c:pt idx="2">
                  <c:v>15632310.676107481</c:v>
                </c:pt>
                <c:pt idx="3">
                  <c:v>114846.34509126842</c:v>
                </c:pt>
                <c:pt idx="4">
                  <c:v>3845942.4463952035</c:v>
                </c:pt>
                <c:pt idx="5">
                  <c:v>12773771.239207193</c:v>
                </c:pt>
                <c:pt idx="6">
                  <c:v>30402404.787135229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FFC-493D-8CF4-1C74C352E2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37600767"/>
        <c:axId val="1"/>
      </c:barChart>
      <c:catAx>
        <c:axId val="33760076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142597719.0386306"/>
          <c:min val="-4.4703483581542969E-8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33760076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027355623100301E-2"/>
          <c:y val="9.187279151943463E-2"/>
          <c:w val="0.84194528875379937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AB82-4318-AA59-839AB130919C}"/>
              </c:ext>
            </c:extLst>
          </c:dPt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AB82-4318-AA59-839AB130919C}"/>
              </c:ext>
            </c:extLst>
          </c:dPt>
          <c:val>
            <c:numRef>
              <c:f>Sheet1!$A$1:$A$3</c:f>
              <c:numCache>
                <c:formatCode>General</c:formatCode>
                <c:ptCount val="3"/>
                <c:pt idx="1">
                  <c:v>97.262693132801175</c:v>
                </c:pt>
                <c:pt idx="2">
                  <c:v>2.7373068671988321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B82-4318-AA59-839AB13091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9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027355623100301E-2"/>
          <c:y val="9.187279151943463E-2"/>
          <c:w val="0.84194528875379937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50C2-4190-B993-30CEF31AEFE1}"/>
              </c:ext>
            </c:extLst>
          </c:dPt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50C2-4190-B993-30CEF31AEFE1}"/>
              </c:ext>
            </c:extLst>
          </c:dPt>
          <c:dPt>
            <c:idx val="3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50C2-4190-B993-30CEF31AEFE1}"/>
              </c:ext>
            </c:extLst>
          </c:dPt>
          <c:val>
            <c:numRef>
              <c:f>Sheet1!$A$1:$A$4</c:f>
              <c:numCache>
                <c:formatCode>General</c:formatCode>
                <c:ptCount val="4"/>
                <c:pt idx="1">
                  <c:v>51.638263291033724</c:v>
                </c:pt>
                <c:pt idx="2">
                  <c:v>38.50336987513947</c:v>
                </c:pt>
                <c:pt idx="3">
                  <c:v>9.8583668338267962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0C2-4190-B993-30CEF31AEF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74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027355623100301E-2"/>
          <c:y val="9.187279151943463E-2"/>
          <c:w val="0.84194528875379937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CC07-4E49-B04A-14E078D13E3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07-4E49-B04A-14E078D13E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1009463722397478E-2"/>
          <c:y val="7.4498567335243557E-2"/>
          <c:w val="0.917981072555205"/>
          <c:h val="0.8510028653295128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D605-4F1C-A788-DCD8B0AD6BA0}"/>
              </c:ext>
            </c:extLst>
          </c:dPt>
          <c:dPt>
            <c:idx val="5"/>
            <c:invertIfNegative val="0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D605-4F1C-A788-DCD8B0AD6BA0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252591.61452606425</c:v>
                </c:pt>
                <c:pt idx="1">
                  <c:v>253641.37744195072</c:v>
                </c:pt>
                <c:pt idx="2">
                  <c:v>2358987.1286304807</c:v>
                </c:pt>
                <c:pt idx="4">
                  <c:v>6256214.4556077998</c:v>
                </c:pt>
                <c:pt idx="5">
                  <c:v>2062335.3702896459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605-4F1C-A788-DCD8B0AD6BA0}"/>
            </c:ext>
          </c:extLst>
        </c:ser>
        <c:ser>
          <c:idx val="1"/>
          <c:order val="1"/>
          <c:spPr>
            <a:solidFill>
              <a:srgbClr val="D6A300"/>
            </a:solidFill>
            <a:ln w="952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D605-4F1C-A788-DCD8B0AD6BA0}"/>
              </c:ext>
            </c:extLst>
          </c:dPt>
          <c:dPt>
            <c:idx val="5"/>
            <c:invertIfNegative val="0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D605-4F1C-A788-DCD8B0AD6BA0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0">
                  <c:v>1049.7629158864729</c:v>
                </c:pt>
                <c:pt idx="1">
                  <c:v>599734.94778214581</c:v>
                </c:pt>
                <c:pt idx="2">
                  <c:v>1122678.7152495086</c:v>
                </c:pt>
                <c:pt idx="4">
                  <c:v>87330.092731927522</c:v>
                </c:pt>
                <c:pt idx="5">
                  <c:v>1260713.6010361302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605-4F1C-A788-DCD8B0AD6BA0}"/>
            </c:ext>
          </c:extLst>
        </c:ser>
        <c:ser>
          <c:idx val="2"/>
          <c:order val="2"/>
          <c:spPr>
            <a:solidFill>
              <a:srgbClr val="6AA700"/>
            </a:solidFill>
            <a:ln w="952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5"/>
            <c:invertIfNegative val="0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6-D605-4F1C-A788-DCD8B0AD6BA0}"/>
              </c:ext>
            </c:extLst>
          </c:dPt>
          <c:val>
            <c:numRef>
              <c:f>Sheet1!$A$3:$F$3</c:f>
              <c:numCache>
                <c:formatCode>General</c:formatCode>
                <c:ptCount val="6"/>
                <c:pt idx="1">
                  <c:v>896871.83799014834</c:v>
                </c:pt>
                <c:pt idx="2">
                  <c:v>362792.00013009505</c:v>
                </c:pt>
                <c:pt idx="5">
                  <c:v>3020495.5770139503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605-4F1C-A788-DCD8B0AD6BA0}"/>
            </c:ext>
          </c:extLst>
        </c:ser>
        <c:ser>
          <c:idx val="3"/>
          <c:order val="3"/>
          <c:spPr>
            <a:solidFill>
              <a:schemeClr val="accent3"/>
            </a:solidFill>
            <a:ln w="9525" cmpd="sng" algn="ctr">
              <a:solidFill>
                <a:srgbClr val="B2B2B2"/>
              </a:solidFill>
              <a:prstDash val="solid"/>
            </a:ln>
          </c:spPr>
          <c:invertIfNegative val="0"/>
          <c:val>
            <c:numRef>
              <c:f>Sheet1!$A$4:$F$4</c:f>
              <c:numCache>
                <c:formatCode>General</c:formatCode>
                <c:ptCount val="6"/>
                <c:pt idx="1">
                  <c:v>608738.96541623538</c:v>
                </c:pt>
                <c:pt idx="2">
                  <c:v>2411756.6115977154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605-4F1C-A788-DCD8B0AD6B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37601247"/>
        <c:axId val="1"/>
      </c:barChart>
      <c:catAx>
        <c:axId val="33760124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343544.5483397273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33760124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1009463722397478E-2"/>
          <c:y val="5.8890147225368061E-2"/>
          <c:w val="0.917981072555205"/>
          <c:h val="0.88221970554926388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F39-4ADD-A7F2-E9F6CA4802F0}"/>
              </c:ext>
            </c:extLst>
          </c:dPt>
          <c:dPt>
            <c:idx val="5"/>
            <c:invertIfNegative val="0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F39-4ADD-A7F2-E9F6CA4802F0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268129.3959693237</c:v>
                </c:pt>
                <c:pt idx="1">
                  <c:v>276459.03649755334</c:v>
                </c:pt>
                <c:pt idx="2">
                  <c:v>2570069.8026447222</c:v>
                </c:pt>
                <c:pt idx="4">
                  <c:v>12914692.134978825</c:v>
                </c:pt>
                <c:pt idx="5">
                  <c:v>6745845.2666302184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F39-4ADD-A7F2-E9F6CA4802F0}"/>
            </c:ext>
          </c:extLst>
        </c:ser>
        <c:ser>
          <c:idx val="1"/>
          <c:order val="1"/>
          <c:spPr>
            <a:solidFill>
              <a:srgbClr val="D6A300"/>
            </a:solidFill>
            <a:ln w="952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8F39-4ADD-A7F2-E9F6CA4802F0}"/>
              </c:ext>
            </c:extLst>
          </c:dPt>
          <c:dPt>
            <c:idx val="5"/>
            <c:invertIfNegative val="0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8F39-4ADD-A7F2-E9F6CA4802F0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0">
                  <c:v>8329.6405282296473</c:v>
                </c:pt>
                <c:pt idx="1">
                  <c:v>639255.61130895803</c:v>
                </c:pt>
                <c:pt idx="2">
                  <c:v>5736888.8339802008</c:v>
                </c:pt>
                <c:pt idx="4">
                  <c:v>101571.42537173629</c:v>
                </c:pt>
                <c:pt idx="5">
                  <c:v>1968709.0039259186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F39-4ADD-A7F2-E9F6CA4802F0}"/>
            </c:ext>
          </c:extLst>
        </c:ser>
        <c:ser>
          <c:idx val="2"/>
          <c:order val="2"/>
          <c:spPr>
            <a:solidFill>
              <a:srgbClr val="6AA700"/>
            </a:solidFill>
            <a:ln w="952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5"/>
            <c:invertIfNegative val="0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6-8F39-4ADD-A7F2-E9F6CA4802F0}"/>
              </c:ext>
            </c:extLst>
          </c:dPt>
          <c:val>
            <c:numRef>
              <c:f>Sheet1!$A$3:$F$3</c:f>
              <c:numCache>
                <c:formatCode>General</c:formatCode>
                <c:ptCount val="6"/>
                <c:pt idx="1">
                  <c:v>925265.9639979956</c:v>
                </c:pt>
                <c:pt idx="2">
                  <c:v>1035113.3993996941</c:v>
                </c:pt>
                <c:pt idx="5">
                  <c:v>4301709.2897944264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F39-4ADD-A7F2-E9F6CA4802F0}"/>
            </c:ext>
          </c:extLst>
        </c:ser>
        <c:ser>
          <c:idx val="3"/>
          <c:order val="3"/>
          <c:spPr>
            <a:solidFill>
              <a:schemeClr val="accent3"/>
            </a:solidFill>
            <a:ln w="9525" cmpd="sng" algn="ctr">
              <a:solidFill>
                <a:srgbClr val="B2B2B2"/>
              </a:solidFill>
              <a:prstDash val="solid"/>
            </a:ln>
          </c:spPr>
          <c:invertIfNegative val="0"/>
          <c:val>
            <c:numRef>
              <c:f>Sheet1!$A$4:$F$4</c:f>
              <c:numCache>
                <c:formatCode>General</c:formatCode>
                <c:ptCount val="6"/>
                <c:pt idx="1">
                  <c:v>729089.19084021519</c:v>
                </c:pt>
                <c:pt idx="2">
                  <c:v>3572620.0989542101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F39-4ADD-A7F2-E9F6CA4802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820707056"/>
        <c:axId val="1"/>
      </c:barChart>
      <c:catAx>
        <c:axId val="82070705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13016263.560350562"/>
          <c:min val="-1.862645149230957E-9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82070705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027355623100301E-2"/>
          <c:y val="9.187279151943463E-2"/>
          <c:w val="0.84194528875379937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FD07-4662-869C-C4ED5C639AEA}"/>
              </c:ext>
            </c:extLst>
          </c:dPt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FD07-4662-869C-C4ED5C639AEA}"/>
              </c:ext>
            </c:extLst>
          </c:dPt>
          <c:dPt>
            <c:idx val="3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FD07-4662-869C-C4ED5C639AEA}"/>
              </c:ext>
            </c:extLst>
          </c:dPt>
          <c:val>
            <c:numRef>
              <c:f>Sheet1!$A$1:$A$4</c:f>
              <c:numCache>
                <c:formatCode>General</c:formatCode>
                <c:ptCount val="4"/>
                <c:pt idx="1">
                  <c:v>54.164089270026359</c:v>
                </c:pt>
                <c:pt idx="2">
                  <c:v>18.188193599341414</c:v>
                </c:pt>
                <c:pt idx="3">
                  <c:v>27.64771713063222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D07-4662-869C-C4ED5C639A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366120218579235E-2"/>
          <c:y val="9.6474953617810763E-2"/>
          <c:w val="0.97726775956284151"/>
          <c:h val="0.80705009276437845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C847-4C9B-9334-EC471632F7D6}"/>
              </c:ext>
            </c:extLst>
          </c:dPt>
          <c:dPt>
            <c:idx val="7"/>
            <c:invertIfNegative val="0"/>
            <c:bubble3D val="0"/>
            <c:spPr>
              <a:solidFill>
                <a:srgbClr val="C0C0C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C847-4C9B-9334-EC471632F7D6}"/>
              </c:ext>
            </c:extLst>
          </c:dPt>
          <c:val>
            <c:numRef>
              <c:f>Sheet1!$A$1:$H$1</c:f>
              <c:numCache>
                <c:formatCode>General</c:formatCode>
                <c:ptCount val="8"/>
                <c:pt idx="0">
                  <c:v>58856182.625139728</c:v>
                </c:pt>
                <c:pt idx="1">
                  <c:v>58856182.625139728</c:v>
                </c:pt>
                <c:pt idx="2">
                  <c:v>158724006.50362444</c:v>
                </c:pt>
                <c:pt idx="3">
                  <c:v>181249024.25077951</c:v>
                </c:pt>
                <c:pt idx="4">
                  <c:v>209099286.72600824</c:v>
                </c:pt>
                <c:pt idx="5">
                  <c:v>303212181.1254853</c:v>
                </c:pt>
                <c:pt idx="6">
                  <c:v>361698553.73665458</c:v>
                </c:pt>
                <c:pt idx="7">
                  <c:v>370507142.5266009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847-4C9B-9334-EC471632F7D6}"/>
            </c:ext>
          </c:extLst>
        </c:ser>
        <c:ser>
          <c:idx val="1"/>
          <c:order val="1"/>
          <c:spPr>
            <a:solidFill>
              <a:srgbClr val="6AA700"/>
            </a:solidFill>
            <a:ln w="952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C847-4C9B-9334-EC471632F7D6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C847-4C9B-9334-EC471632F7D6}"/>
              </c:ext>
            </c:extLst>
          </c:dPt>
          <c:val>
            <c:numRef>
              <c:f>Sheet1!$A$2:$H$2</c:f>
              <c:numCache>
                <c:formatCode>General</c:formatCode>
                <c:ptCount val="8"/>
                <c:pt idx="1">
                  <c:v>99867823.878484741</c:v>
                </c:pt>
                <c:pt idx="2">
                  <c:v>22525017.74715507</c:v>
                </c:pt>
                <c:pt idx="3">
                  <c:v>27850262.475228786</c:v>
                </c:pt>
                <c:pt idx="4">
                  <c:v>94112894.399477065</c:v>
                </c:pt>
                <c:pt idx="5">
                  <c:v>58486372.611169279</c:v>
                </c:pt>
                <c:pt idx="6">
                  <c:v>8808588.7899462581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847-4C9B-9334-EC471632F7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80077712"/>
        <c:axId val="1"/>
      </c:barChart>
      <c:catAx>
        <c:axId val="78007771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370507142.52660084"/>
          <c:min val="-5.9604644775390625E-8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78007771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027355623100301E-2"/>
          <c:y val="9.187279151943463E-2"/>
          <c:w val="0.84194528875379937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564-44F9-831B-DFF2BDD3DC83}"/>
              </c:ext>
            </c:extLst>
          </c:dPt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564-44F9-831B-DFF2BDD3DC83}"/>
              </c:ext>
            </c:extLst>
          </c:dPt>
          <c:dPt>
            <c:idx val="3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9564-44F9-831B-DFF2BDD3DC83}"/>
              </c:ext>
            </c:extLst>
          </c:dPt>
          <c:val>
            <c:numRef>
              <c:f>Sheet1!$A$1:$A$4</c:f>
              <c:numCache>
                <c:formatCode>General</c:formatCode>
                <c:ptCount val="4"/>
                <c:pt idx="1">
                  <c:v>64.467449998498822</c:v>
                </c:pt>
                <c:pt idx="2">
                  <c:v>34.164571013304432</c:v>
                </c:pt>
                <c:pt idx="3">
                  <c:v>1.3679789881967561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564-44F9-831B-DFF2BDD3DC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9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027355623100301E-2"/>
          <c:y val="9.187279151943463E-2"/>
          <c:w val="0.84194528875379937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E1C-4FDF-B46F-E33CAC4FDFC9}"/>
              </c:ext>
            </c:extLst>
          </c:dPt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E1C-4FDF-B46F-E33CAC4FDFC9}"/>
              </c:ext>
            </c:extLst>
          </c:dPt>
          <c:dPt>
            <c:idx val="3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EE1C-4FDF-B46F-E33CAC4FDFC9}"/>
              </c:ext>
            </c:extLst>
          </c:dPt>
          <c:val>
            <c:numRef>
              <c:f>Sheet1!$A$1:$A$4</c:f>
              <c:numCache>
                <c:formatCode>General</c:formatCode>
                <c:ptCount val="4"/>
                <c:pt idx="1">
                  <c:v>7.4293778397933528</c:v>
                </c:pt>
                <c:pt idx="2">
                  <c:v>88.717547757393177</c:v>
                </c:pt>
                <c:pt idx="3">
                  <c:v>3.8530744028134887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E1C-4FDF-B46F-E33CAC4FDF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33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027355623100301E-2"/>
          <c:y val="9.187279151943463E-2"/>
          <c:w val="0.84194528875379937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3F64-4CCF-A21E-04AF2AEF2223}"/>
              </c:ext>
            </c:extLst>
          </c:dPt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3F64-4CCF-A21E-04AF2AEF2223}"/>
              </c:ext>
            </c:extLst>
          </c:dPt>
          <c:dPt>
            <c:idx val="3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3F64-4CCF-A21E-04AF2AEF2223}"/>
              </c:ext>
            </c:extLst>
          </c:dPt>
          <c:val>
            <c:numRef>
              <c:f>Sheet1!$A$1:$A$4</c:f>
              <c:numCache>
                <c:formatCode>General</c:formatCode>
                <c:ptCount val="4"/>
                <c:pt idx="1">
                  <c:v>69.628782892399954</c:v>
                </c:pt>
                <c:pt idx="2">
                  <c:v>29.427205582585419</c:v>
                </c:pt>
                <c:pt idx="3">
                  <c:v>0.9440115250146307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F64-4CCF-A21E-04AF2AEF22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09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147640791476404E-2"/>
          <c:y val="9.187279151943463E-2"/>
          <c:w val="0.84170471841704719"/>
          <c:h val="0.81625441696113077"/>
        </c:manualLayout>
      </c:layout>
      <c:pieChart>
        <c:varyColors val="0"/>
        <c:ser>
          <c:idx val="0"/>
          <c:order val="0"/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24AF-4087-810D-C5FBAAC32E43}"/>
              </c:ext>
            </c:extLst>
          </c:dPt>
          <c:dPt>
            <c:idx val="3"/>
            <c:bubble3D val="0"/>
            <c:spPr>
              <a:solidFill>
                <a:srgbClr val="004E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24AF-4087-810D-C5FBAAC32E43}"/>
              </c:ext>
            </c:extLst>
          </c:dPt>
          <c:val>
            <c:numRef>
              <c:f>Sheet1!$A$1:$A$4</c:f>
              <c:numCache>
                <c:formatCode>General</c:formatCode>
                <c:ptCount val="4"/>
                <c:pt idx="2">
                  <c:v>91.811093231932588</c:v>
                </c:pt>
                <c:pt idx="3">
                  <c:v>8.1889067680674135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4AF-4087-810D-C5FBAAC32E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1009463722397478E-2"/>
          <c:y val="7.4498567335243557E-2"/>
          <c:w val="0.917981072555205"/>
          <c:h val="0.8510028653295128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A3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64ED-4258-B348-767966F18B69}"/>
              </c:ext>
            </c:extLst>
          </c:dPt>
          <c:dPt>
            <c:idx val="5"/>
            <c:invertIfNegative val="0"/>
            <c:bubble3D val="0"/>
            <c:spPr>
              <a:solidFill>
                <a:srgbClr val="D6A3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64ED-4258-B348-767966F18B69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2203383.0587056791</c:v>
                </c:pt>
                <c:pt idx="1">
                  <c:v>6071753.5218985854</c:v>
                </c:pt>
                <c:pt idx="2">
                  <c:v>11769796.569353014</c:v>
                </c:pt>
                <c:pt idx="3">
                  <c:v>12763733.321426474</c:v>
                </c:pt>
                <c:pt idx="5">
                  <c:v>3135395.4504920691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4ED-4258-B348-767966F18B69}"/>
            </c:ext>
          </c:extLst>
        </c:ser>
        <c:ser>
          <c:idx val="1"/>
          <c:order val="1"/>
          <c:spPr>
            <a:solidFill>
              <a:srgbClr val="6AA700"/>
            </a:solidFill>
            <a:ln w="317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D6A3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64ED-4258-B348-767966F18B69}"/>
              </c:ext>
            </c:extLst>
          </c:dPt>
          <c:dPt>
            <c:idx val="2"/>
            <c:invertIfNegative val="0"/>
            <c:bubble3D val="0"/>
            <c:spPr>
              <a:solidFill>
                <a:srgbClr val="D6A3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64ED-4258-B348-767966F18B69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0">
                  <c:v>3743973.1480246121</c:v>
                </c:pt>
                <c:pt idx="1">
                  <c:v>237453.0927975243</c:v>
                </c:pt>
                <c:pt idx="2">
                  <c:v>694559.29898886569</c:v>
                </c:pt>
                <c:pt idx="3">
                  <c:v>295285.0957684014</c:v>
                </c:pt>
                <c:pt idx="5">
                  <c:v>9412534.061074147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4ED-4258-B348-767966F18B69}"/>
            </c:ext>
          </c:extLst>
        </c:ser>
        <c:ser>
          <c:idx val="2"/>
          <c:order val="2"/>
          <c:spPr>
            <a:solidFill>
              <a:schemeClr val="accent3"/>
            </a:solidFill>
            <a:ln w="317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6AA7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6-64ED-4258-B348-767966F18B69}"/>
              </c:ext>
            </c:extLst>
          </c:dPt>
          <c:dPt>
            <c:idx val="2"/>
            <c:invertIfNegative val="0"/>
            <c:bubble3D val="0"/>
            <c:spPr>
              <a:solidFill>
                <a:srgbClr val="6AA7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64ED-4258-B348-767966F18B69}"/>
              </c:ext>
            </c:extLst>
          </c:dPt>
          <c:val>
            <c:numRef>
              <c:f>Sheet1!$A$3:$F$3</c:f>
              <c:numCache>
                <c:formatCode>General</c:formatCode>
                <c:ptCount val="6"/>
                <c:pt idx="0">
                  <c:v>124397.31516829412</c:v>
                </c:pt>
                <c:pt idx="1">
                  <c:v>5094608.5290426183</c:v>
                </c:pt>
                <c:pt idx="2">
                  <c:v>278667.28823851421</c:v>
                </c:pt>
                <c:pt idx="3">
                  <c:v>21159.569034997374</c:v>
                </c:pt>
                <c:pt idx="5">
                  <c:v>532248.47466365807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4ED-4258-B348-767966F18B69}"/>
            </c:ext>
          </c:extLst>
        </c:ser>
        <c:ser>
          <c:idx val="3"/>
          <c:order val="3"/>
          <c:spPr>
            <a:solidFill>
              <a:schemeClr val="accent3"/>
            </a:solidFill>
            <a:ln w="3175" cmpd="sng" algn="ctr">
              <a:solidFill>
                <a:srgbClr val="B2B2B2"/>
              </a:solidFill>
              <a:prstDash val="solid"/>
            </a:ln>
          </c:spPr>
          <c:invertIfNegative val="0"/>
          <c:val>
            <c:numRef>
              <c:f>Sheet1!$A$4:$F$4</c:f>
              <c:numCache>
                <c:formatCode>General</c:formatCode>
                <c:ptCount val="6"/>
                <c:pt idx="1">
                  <c:v>365981.42561428621</c:v>
                </c:pt>
                <c:pt idx="2">
                  <c:v>20710.164846079424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64ED-4258-B348-767966F18B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059013504"/>
        <c:axId val="1"/>
      </c:barChart>
      <c:catAx>
        <c:axId val="105901350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13080177.986229872"/>
          <c:min val="-1.862645149230957E-9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05901350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1009463722397478E-2"/>
          <c:y val="5.8890147225368061E-2"/>
          <c:w val="0.917981072555205"/>
          <c:h val="0.88221970554926388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A3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64E-498F-B8C4-DBEBAAF254CA}"/>
              </c:ext>
            </c:extLst>
          </c:dPt>
          <c:dPt>
            <c:idx val="5"/>
            <c:invertIfNegative val="0"/>
            <c:bubble3D val="0"/>
            <c:spPr>
              <a:solidFill>
                <a:srgbClr val="D6A3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64E-498F-B8C4-DBEBAAF254CA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5572840.2924938845</c:v>
                </c:pt>
                <c:pt idx="1">
                  <c:v>11260694.155012846</c:v>
                </c:pt>
                <c:pt idx="2">
                  <c:v>22533088.194224045</c:v>
                </c:pt>
                <c:pt idx="3">
                  <c:v>24276489.197255939</c:v>
                </c:pt>
                <c:pt idx="5">
                  <c:v>7163463.92243616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64E-498F-B8C4-DBEBAAF254CA}"/>
            </c:ext>
          </c:extLst>
        </c:ser>
        <c:ser>
          <c:idx val="1"/>
          <c:order val="1"/>
          <c:spPr>
            <a:solidFill>
              <a:srgbClr val="6AA700"/>
            </a:solidFill>
            <a:ln w="317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D6A3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864E-498F-B8C4-DBEBAAF254CA}"/>
              </c:ext>
            </c:extLst>
          </c:dPt>
          <c:dPt>
            <c:idx val="2"/>
            <c:invertIfNegative val="0"/>
            <c:bubble3D val="0"/>
            <c:spPr>
              <a:solidFill>
                <a:srgbClr val="D6A3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864E-498F-B8C4-DBEBAAF254CA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0">
                  <c:v>5248003.4417515798</c:v>
                </c:pt>
                <c:pt idx="1">
                  <c:v>400887.67971218191</c:v>
                </c:pt>
                <c:pt idx="2">
                  <c:v>1189735.9502300955</c:v>
                </c:pt>
                <c:pt idx="3">
                  <c:v>509885.79767956957</c:v>
                </c:pt>
                <c:pt idx="5">
                  <c:v>15402403.715221025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64E-498F-B8C4-DBEBAAF254CA}"/>
            </c:ext>
          </c:extLst>
        </c:ser>
        <c:ser>
          <c:idx val="2"/>
          <c:order val="2"/>
          <c:spPr>
            <a:solidFill>
              <a:schemeClr val="accent3"/>
            </a:solidFill>
            <a:ln w="317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6AA7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6-864E-498F-B8C4-DBEBAAF254CA}"/>
              </c:ext>
            </c:extLst>
          </c:dPt>
          <c:dPt>
            <c:idx val="2"/>
            <c:invertIfNegative val="0"/>
            <c:bubble3D val="0"/>
            <c:spPr>
              <a:solidFill>
                <a:srgbClr val="6AA7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864E-498F-B8C4-DBEBAAF254CA}"/>
              </c:ext>
            </c:extLst>
          </c:dPt>
          <c:val>
            <c:numRef>
              <c:f>Sheet1!$A$3:$F$3</c:f>
              <c:numCache>
                <c:formatCode>General</c:formatCode>
                <c:ptCount val="6"/>
                <c:pt idx="0">
                  <c:v>439850.42076738179</c:v>
                </c:pt>
                <c:pt idx="1">
                  <c:v>9128548.4039612059</c:v>
                </c:pt>
                <c:pt idx="2">
                  <c:v>515966.0718286708</c:v>
                </c:pt>
                <c:pt idx="3">
                  <c:v>21159.569034997374</c:v>
                </c:pt>
                <c:pt idx="5">
                  <c:v>2241666.9263133258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64E-498F-B8C4-DBEBAAF254CA}"/>
            </c:ext>
          </c:extLst>
        </c:ser>
        <c:ser>
          <c:idx val="3"/>
          <c:order val="3"/>
          <c:spPr>
            <a:solidFill>
              <a:schemeClr val="accent3"/>
            </a:solidFill>
            <a:ln w="3175" cmpd="sng" algn="ctr">
              <a:solidFill>
                <a:srgbClr val="B2B2B2"/>
              </a:solidFill>
              <a:prstDash val="solid"/>
            </a:ln>
          </c:spPr>
          <c:invertIfNegative val="0"/>
          <c:val>
            <c:numRef>
              <c:f>Sheet1!$A$4:$F$4</c:f>
              <c:numCache>
                <c:formatCode>General</c:formatCode>
                <c:ptCount val="6"/>
                <c:pt idx="1">
                  <c:v>1742957.9555378184</c:v>
                </c:pt>
                <c:pt idx="2">
                  <c:v>37698.980973128229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64E-498F-B8C4-DBEBAAF254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94945984"/>
        <c:axId val="1"/>
      </c:barChart>
      <c:catAx>
        <c:axId val="159494598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24807534.563970506"/>
          <c:min val="-7.4505805969238281E-9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59494598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366120218579235E-2"/>
          <c:y val="9.6474953617810763E-2"/>
          <c:w val="0.97726775956284151"/>
          <c:h val="0.80705009276437845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A3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28D0-4268-8D87-F1C8F6FC8828}"/>
              </c:ext>
            </c:extLst>
          </c:dPt>
          <c:dPt>
            <c:idx val="7"/>
            <c:invertIfNegative val="0"/>
            <c:bubble3D val="0"/>
            <c:spPr>
              <a:solidFill>
                <a:srgbClr val="C0C0C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28D0-4268-8D87-F1C8F6FC8828}"/>
              </c:ext>
            </c:extLst>
          </c:dPt>
          <c:val>
            <c:numRef>
              <c:f>Sheet1!$A$1:$H$1</c:f>
              <c:numCache>
                <c:formatCode>General</c:formatCode>
                <c:ptCount val="8"/>
                <c:pt idx="0">
                  <c:v>25158887.973616019</c:v>
                </c:pt>
                <c:pt idx="1">
                  <c:v>25158887.973616019</c:v>
                </c:pt>
                <c:pt idx="2">
                  <c:v>93293355.360089034</c:v>
                </c:pt>
                <c:pt idx="3">
                  <c:v>102814983.36694573</c:v>
                </c:pt>
                <c:pt idx="4">
                  <c:v>127560354.18319456</c:v>
                </c:pt>
                <c:pt idx="5">
                  <c:v>130763414.82213335</c:v>
                </c:pt>
                <c:pt idx="6">
                  <c:v>139915635.16543081</c:v>
                </c:pt>
                <c:pt idx="7">
                  <c:v>225727233.59575266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8D0-4268-8D87-F1C8F6FC8828}"/>
            </c:ext>
          </c:extLst>
        </c:ser>
        <c:ser>
          <c:idx val="1"/>
          <c:order val="1"/>
          <c:spPr>
            <a:solidFill>
              <a:srgbClr val="6AA700"/>
            </a:solidFill>
            <a:ln w="317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D6A3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28D0-4268-8D87-F1C8F6FC8828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3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28D0-4268-8D87-F1C8F6FC8828}"/>
              </c:ext>
            </c:extLst>
          </c:dPt>
          <c:val>
            <c:numRef>
              <c:f>Sheet1!$A$2:$H$2</c:f>
              <c:numCache>
                <c:formatCode>General</c:formatCode>
                <c:ptCount val="8"/>
                <c:pt idx="1">
                  <c:v>68134467.386473015</c:v>
                </c:pt>
                <c:pt idx="2">
                  <c:v>9521628.0068567246</c:v>
                </c:pt>
                <c:pt idx="3">
                  <c:v>24745370.816248834</c:v>
                </c:pt>
                <c:pt idx="4">
                  <c:v>3203060.6389387995</c:v>
                </c:pt>
                <c:pt idx="5">
                  <c:v>9152220.3432974666</c:v>
                </c:pt>
                <c:pt idx="6">
                  <c:v>85811598.430321783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8D0-4268-8D87-F1C8F6FC88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275121600"/>
        <c:axId val="1"/>
      </c:barChart>
      <c:catAx>
        <c:axId val="127512160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225727233.5957526"/>
          <c:min val="-5.9604644775390625E-8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27512160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027355623100301E-2"/>
          <c:y val="9.187279151943463E-2"/>
          <c:w val="0.84194528875379937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C8E3-4742-B6FF-B45E1F10B6E1}"/>
              </c:ext>
            </c:extLst>
          </c:dPt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C8E3-4742-B6FF-B45E1F10B6E1}"/>
              </c:ext>
            </c:extLst>
          </c:dPt>
          <c:dPt>
            <c:idx val="3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C8E3-4742-B6FF-B45E1F10B6E1}"/>
              </c:ext>
            </c:extLst>
          </c:dPt>
          <c:val>
            <c:numRef>
              <c:f>Sheet1!$A$1:$A$4</c:f>
              <c:numCache>
                <c:formatCode>General</c:formatCode>
                <c:ptCount val="4"/>
                <c:pt idx="1">
                  <c:v>9.6315606549877089</c:v>
                </c:pt>
                <c:pt idx="2">
                  <c:v>13.459129264150766</c:v>
                </c:pt>
                <c:pt idx="3">
                  <c:v>76.90931008086153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8E3-4742-B6FF-B45E1F10B6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1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027355623100301E-2"/>
          <c:y val="9.187279151943463E-2"/>
          <c:w val="0.84194528875379937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2480-4242-9EF4-1BA5A20FC99A}"/>
              </c:ext>
            </c:extLst>
          </c:dPt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2480-4242-9EF4-1BA5A20FC99A}"/>
              </c:ext>
            </c:extLst>
          </c:dPt>
          <c:dPt>
            <c:idx val="3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2480-4242-9EF4-1BA5A20FC99A}"/>
              </c:ext>
            </c:extLst>
          </c:dPt>
          <c:val>
            <c:numRef>
              <c:f>Sheet1!$A$1:$A$4</c:f>
              <c:numCache>
                <c:formatCode>General</c:formatCode>
                <c:ptCount val="4"/>
                <c:pt idx="1">
                  <c:v>23.040349096365329</c:v>
                </c:pt>
                <c:pt idx="2">
                  <c:v>22.52414661841992</c:v>
                </c:pt>
                <c:pt idx="3">
                  <c:v>54.435504285214741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480-4242-9EF4-1BA5A20FC9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8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027355623100301E-2"/>
          <c:y val="9.187279151943463E-2"/>
          <c:w val="0.84194528875379937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5788-4D00-9D0B-C72EA2E17692}"/>
              </c:ext>
            </c:extLst>
          </c:dPt>
          <c:dPt>
            <c:idx val="2"/>
            <c:bubble3D val="0"/>
            <c:spPr>
              <a:solidFill>
                <a:srgbClr val="6AA700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5788-4D00-9D0B-C72EA2E17692}"/>
              </c:ext>
            </c:extLst>
          </c:dPt>
          <c:dPt>
            <c:idx val="3"/>
            <c:bubble3D val="0"/>
            <c:spPr>
              <a:solidFill>
                <a:schemeClr val="accent3"/>
              </a:solidFill>
              <a:ln w="952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5788-4D00-9D0B-C72EA2E17692}"/>
              </c:ext>
            </c:extLst>
          </c:dPt>
          <c:val>
            <c:numRef>
              <c:f>Sheet1!$A$1:$A$4</c:f>
              <c:numCache>
                <c:formatCode>General</c:formatCode>
                <c:ptCount val="4"/>
                <c:pt idx="1">
                  <c:v>66.921230525984015</c:v>
                </c:pt>
                <c:pt idx="2">
                  <c:v>22.66973238729566</c:v>
                </c:pt>
                <c:pt idx="3">
                  <c:v>10.409037086720325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788-4D00-9D0B-C72EA2E176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19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147640791476404E-2"/>
          <c:y val="9.187279151943463E-2"/>
          <c:w val="0.84170471841704719"/>
          <c:h val="0.81625441696113077"/>
        </c:manualLayout>
      </c:layout>
      <c:pieChart>
        <c:varyColors val="0"/>
        <c:ser>
          <c:idx val="0"/>
          <c:order val="0"/>
          <c:dPt>
            <c:idx val="1"/>
            <c:bubble3D val="0"/>
            <c:spPr>
              <a:solidFill>
                <a:srgbClr val="D6A3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FC16-4C1C-832C-D2B755BD0496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16-4C1C-832C-D2B755BD04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027355623100301E-2"/>
          <c:y val="9.187279151943463E-2"/>
          <c:w val="0.84194528875379937"/>
          <c:h val="0.81625441696113077"/>
        </c:manualLayout>
      </c:layout>
      <c:pieChart>
        <c:varyColors val="0"/>
        <c:ser>
          <c:idx val="0"/>
          <c:order val="0"/>
          <c:dPt>
            <c:idx val="3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676D-4316-89DC-7DE1C6C823C0}"/>
              </c:ext>
            </c:extLst>
          </c:dPt>
          <c:val>
            <c:numRef>
              <c:f>Sheet1!$A$1:$A$4</c:f>
              <c:numCache>
                <c:formatCode>General</c:formatCode>
                <c:ptCount val="4"/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6D-4316-89DC-7DE1C6C823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1009463722397478E-2"/>
          <c:y val="7.4498567335243557E-2"/>
          <c:w val="0.917981072555205"/>
          <c:h val="0.8510028653295128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A3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0463-4FFD-9B13-5C3920A78103}"/>
              </c:ext>
            </c:extLst>
          </c:dPt>
          <c:dPt>
            <c:idx val="5"/>
            <c:invertIfNegative val="0"/>
            <c:bubble3D val="0"/>
            <c:spPr>
              <a:solidFill>
                <a:srgbClr val="D6A3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0463-4FFD-9B13-5C3920A78103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148579.54321669191</c:v>
                </c:pt>
                <c:pt idx="1">
                  <c:v>760487.44885662617</c:v>
                </c:pt>
                <c:pt idx="2">
                  <c:v>4242759.2128294054</c:v>
                </c:pt>
                <c:pt idx="3">
                  <c:v>6733042.856314321</c:v>
                </c:pt>
                <c:pt idx="4">
                  <c:v>6738658.8425892843</c:v>
                </c:pt>
                <c:pt idx="5">
                  <c:v>1816553.0444834211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463-4FFD-9B13-5C3920A78103}"/>
            </c:ext>
          </c:extLst>
        </c:ser>
        <c:ser>
          <c:idx val="1"/>
          <c:order val="1"/>
          <c:spPr>
            <a:solidFill>
              <a:srgbClr val="D6A300"/>
            </a:solidFill>
            <a:ln w="317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6AA7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0463-4FFD-9B13-5C3920A78103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3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0463-4FFD-9B13-5C3920A78103}"/>
              </c:ext>
            </c:extLst>
          </c:dPt>
          <c:dPt>
            <c:idx val="5"/>
            <c:invertIfNegative val="0"/>
            <c:bubble3D val="0"/>
            <c:spPr>
              <a:solidFill>
                <a:srgbClr val="6AA7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0463-4FFD-9B13-5C3920A78103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0">
                  <c:v>38615.832097938313</c:v>
                </c:pt>
                <c:pt idx="1">
                  <c:v>695358.91775401216</c:v>
                </c:pt>
                <c:pt idx="2">
                  <c:v>966998.59723775368</c:v>
                </c:pt>
                <c:pt idx="3">
                  <c:v>5615.9862749632448</c:v>
                </c:pt>
                <c:pt idx="4">
                  <c:v>106954.59148352221</c:v>
                </c:pt>
                <c:pt idx="5">
                  <c:v>929375.63893009559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463-4FFD-9B13-5C3920A78103}"/>
            </c:ext>
          </c:extLst>
        </c:ser>
        <c:ser>
          <c:idx val="2"/>
          <c:order val="2"/>
          <c:spPr>
            <a:solidFill>
              <a:srgbClr val="6AA700"/>
            </a:solidFill>
            <a:ln w="317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0463-4FFD-9B13-5C3920A78103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3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8-0463-4FFD-9B13-5C3920A78103}"/>
              </c:ext>
            </c:extLst>
          </c:dPt>
          <c:val>
            <c:numRef>
              <c:f>Sheet1!$A$3:$F$3</c:f>
              <c:numCache>
                <c:formatCode>General</c:formatCode>
                <c:ptCount val="6"/>
                <c:pt idx="0">
                  <c:v>573292.07354199595</c:v>
                </c:pt>
                <c:pt idx="1">
                  <c:v>712250.36601491459</c:v>
                </c:pt>
                <c:pt idx="2">
                  <c:v>178509.44081724342</c:v>
                </c:pt>
                <c:pt idx="5">
                  <c:v>4099684.7506592907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0463-4FFD-9B13-5C3920A78103}"/>
            </c:ext>
          </c:extLst>
        </c:ser>
        <c:ser>
          <c:idx val="3"/>
          <c:order val="3"/>
          <c:spPr>
            <a:solidFill>
              <a:schemeClr val="accent3"/>
            </a:solidFill>
            <a:ln w="3175" cmpd="sng" algn="ctr">
              <a:solidFill>
                <a:srgbClr val="B2B2B2"/>
              </a:solidFill>
              <a:prstDash val="solid"/>
            </a:ln>
          </c:spPr>
          <c:invertIfNegative val="0"/>
          <c:val>
            <c:numRef>
              <c:f>Sheet1!$A$4:$F$4</c:f>
              <c:numCache>
                <c:formatCode>General</c:formatCode>
                <c:ptCount val="6"/>
                <c:pt idx="1">
                  <c:v>2074662.4802038525</c:v>
                </c:pt>
                <c:pt idx="2">
                  <c:v>1344775.6054299185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463-4FFD-9B13-5C3920A781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333463200"/>
        <c:axId val="1"/>
      </c:barChart>
      <c:catAx>
        <c:axId val="133346320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6845613.4340728065"/>
          <c:min val="-9.3132257461547852E-1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33346320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1009463722397478E-2"/>
          <c:y val="5.8890147225368061E-2"/>
          <c:w val="0.917981072555205"/>
          <c:h val="0.88221970554926388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A3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28B2-4584-BE82-E5F8A827D636}"/>
              </c:ext>
            </c:extLst>
          </c:dPt>
          <c:dPt>
            <c:idx val="5"/>
            <c:invertIfNegative val="0"/>
            <c:bubble3D val="0"/>
            <c:spPr>
              <a:solidFill>
                <a:srgbClr val="D6A3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28B2-4584-BE82-E5F8A827D636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217916.93981645608</c:v>
                </c:pt>
                <c:pt idx="1">
                  <c:v>2286800.7625980047</c:v>
                </c:pt>
                <c:pt idx="2">
                  <c:v>6266117.9979842361</c:v>
                </c:pt>
                <c:pt idx="3">
                  <c:v>16175778.213759838</c:v>
                </c:pt>
                <c:pt idx="4">
                  <c:v>16181394.200034801</c:v>
                </c:pt>
                <c:pt idx="5">
                  <c:v>6885923.5072217789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8B2-4584-BE82-E5F8A827D636}"/>
            </c:ext>
          </c:extLst>
        </c:ser>
        <c:ser>
          <c:idx val="1"/>
          <c:order val="1"/>
          <c:spPr>
            <a:solidFill>
              <a:srgbClr val="D6A300"/>
            </a:solidFill>
            <a:ln w="317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6AA7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28B2-4584-BE82-E5F8A827D636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3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28B2-4584-BE82-E5F8A827D636}"/>
              </c:ext>
            </c:extLst>
          </c:dPt>
          <c:dPt>
            <c:idx val="5"/>
            <c:invertIfNegative val="0"/>
            <c:bubble3D val="0"/>
            <c:spPr>
              <a:solidFill>
                <a:srgbClr val="6AA700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28B2-4584-BE82-E5F8A827D636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0">
                  <c:v>504627.87994651496</c:v>
                </c:pt>
                <c:pt idx="1">
                  <c:v>1047177.2740634284</c:v>
                </c:pt>
                <c:pt idx="2">
                  <c:v>5615213.3070669305</c:v>
                </c:pt>
                <c:pt idx="3">
                  <c:v>5615.9862749632448</c:v>
                </c:pt>
                <c:pt idx="4">
                  <c:v>187122.83906102739</c:v>
                </c:pt>
                <c:pt idx="5">
                  <c:v>3231081.4245652296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8B2-4584-BE82-E5F8A827D636}"/>
            </c:ext>
          </c:extLst>
        </c:ser>
        <c:ser>
          <c:idx val="2"/>
          <c:order val="2"/>
          <c:spPr>
            <a:solidFill>
              <a:srgbClr val="6AA700"/>
            </a:solidFill>
            <a:ln w="3175" cmpd="sng" algn="ctr">
              <a:solidFill>
                <a:srgbClr val="B2B2B2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28B2-4584-BE82-E5F8A827D636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3"/>
              </a:solidFill>
              <a:ln w="3175" cmpd="sng" algn="ctr">
                <a:solidFill>
                  <a:srgbClr val="B2B2B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8-28B2-4584-BE82-E5F8A827D636}"/>
              </c:ext>
            </c:extLst>
          </c:dPt>
          <c:val>
            <c:numRef>
              <c:f>Sheet1!$A$3:$F$3</c:f>
              <c:numCache>
                <c:formatCode>General</c:formatCode>
                <c:ptCount val="6"/>
                <c:pt idx="0">
                  <c:v>1564255.9428350336</c:v>
                </c:pt>
                <c:pt idx="1">
                  <c:v>750770.81853313465</c:v>
                </c:pt>
                <c:pt idx="2">
                  <c:v>1975682.7260855809</c:v>
                </c:pt>
                <c:pt idx="5">
                  <c:v>6251512.1073088199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8B2-4584-BE82-E5F8A827D636}"/>
            </c:ext>
          </c:extLst>
        </c:ser>
        <c:ser>
          <c:idx val="3"/>
          <c:order val="3"/>
          <c:spPr>
            <a:solidFill>
              <a:schemeClr val="accent3"/>
            </a:solidFill>
            <a:ln w="3175" cmpd="sng" algn="ctr">
              <a:solidFill>
                <a:srgbClr val="B2B2B2"/>
              </a:solidFill>
              <a:prstDash val="solid"/>
            </a:ln>
          </c:spPr>
          <c:invertIfNegative val="0"/>
          <c:val>
            <c:numRef>
              <c:f>Sheet1!$A$4:$F$4</c:f>
              <c:numCache>
                <c:formatCode>General</c:formatCode>
                <c:ptCount val="6"/>
                <c:pt idx="1">
                  <c:v>2181369.1427896684</c:v>
                </c:pt>
                <c:pt idx="2">
                  <c:v>2318764.1826230902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8B2-4584-BE82-E5F8A827D6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13699200"/>
        <c:axId val="1"/>
      </c:barChart>
      <c:catAx>
        <c:axId val="151369920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6368517.039095828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51369920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109C0-0AD6-406F-8EF7-6B0CBA69B2F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E8E80D-C42B-4795-97F4-5062A98A2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50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0D25E-43FC-D3FE-32D9-6A269E16A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513F94-B238-8970-BF39-F5ADAC908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ECE19-4DCB-F696-66C1-C53209F4D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A3EB0-1892-4BCA-7A0D-5FD084C766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9FB8D0-3401-45DF-9890-90D8FCC8D11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7243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9FB8D0-3401-45DF-9890-90D8FCC8D11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2970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D418B-4A2A-9134-9374-3BB6B931D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3CC668-1549-4362-D5EC-DBB3CCC37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ACB4AE-28E2-8B87-2746-96655FB53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A6E9C-F628-64EA-85D1-5F425F4A3B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9FB8D0-3401-45DF-9890-90D8FCC8D11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3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BBC50-A026-9691-C4EF-7400F11AE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0B9DD8-2C19-1B92-E8BC-EE8685D57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A1E005-74DF-E9B1-502F-C7D7F863F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D3BBC-117C-11EA-1A35-6B85A6F45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9FB8D0-3401-45DF-9890-90D8FCC8D11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7367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36336-A84F-8F3A-77AF-2385C34F6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99C3AB-B56E-3710-0B9F-146D897E09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0A9FE8-DBF7-1346-3436-4C302D941B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68EDB-251C-A3C0-829C-6EA4A49B7C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9FB8D0-3401-45DF-9890-90D8FCC8D11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9523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00C63-9AE2-0CC9-EEEC-E59A58D66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40D98F-A749-2BD0-B7A3-7E6F85C0E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FEC439-8A0E-5033-6F84-45D4E27AD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28AAB-2A66-E0A7-0ADF-5EF1FAA3B9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9FB8D0-3401-45DF-9890-90D8FCC8D11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8584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9C26A-38EA-7BF1-2B2B-23E5E11E3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9E316-A920-77D0-0846-0C2C82A10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30E39-5408-7B20-DE9D-B1C0065DD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4CFBB-FD0D-B0F7-C11B-6E699A782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9FB8D0-3401-45DF-9890-90D8FCC8D11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8311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7559B-8F0A-FE10-DDAF-F1A96A07E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9EA4E3-6AC5-85D7-93A1-315BC5AF3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AFCAD5-1F0D-0C8F-584D-9CF919098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97BBF-09A6-1EE0-A11E-CCA1A23246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9FB8D0-3401-45DF-9890-90D8FCC8D11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0887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E193D6D-C942-A994-0656-7E72A9BBEED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112130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12" imgH="511" progId="TCLayout.ActiveDocument.1">
                  <p:embed/>
                </p:oleObj>
              </mc:Choice>
              <mc:Fallback>
                <p:oleObj name="think-cell Slide" r:id="rId3" imgW="512" imgH="511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193D6D-C942-A994-0656-7E72A9BBEE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Graphic 8">
            <a:extLst>
              <a:ext uri="{FF2B5EF4-FFF2-40B4-BE49-F238E27FC236}">
                <a16:creationId xmlns:a16="http://schemas.microsoft.com/office/drawing/2014/main" id="{03EEA989-9C4E-B333-4527-AA2E7AA2603C}"/>
              </a:ext>
            </a:extLst>
          </p:cNvPr>
          <p:cNvSpPr/>
          <p:nvPr/>
        </p:nvSpPr>
        <p:spPr>
          <a:xfrm>
            <a:off x="334800" y="342000"/>
            <a:ext cx="11514300" cy="6189265"/>
          </a:xfrm>
          <a:custGeom>
            <a:avLst/>
            <a:gdLst>
              <a:gd name="connsiteX0" fmla="*/ 11539955 w 11540910"/>
              <a:gd name="connsiteY0" fmla="*/ 976785 h 6189265"/>
              <a:gd name="connsiteX1" fmla="*/ 11180879 w 11540910"/>
              <a:gd name="connsiteY1" fmla="*/ 819997 h 6189265"/>
              <a:gd name="connsiteX2" fmla="*/ 10719136 w 11540910"/>
              <a:gd name="connsiteY2" fmla="*/ 358255 h 6189265"/>
              <a:gd name="connsiteX3" fmla="*/ 10572908 w 11540910"/>
              <a:gd name="connsiteY3" fmla="*/ 1345 h 6189265"/>
              <a:gd name="connsiteX4" fmla="*/ 138721 w 11540910"/>
              <a:gd name="connsiteY4" fmla="*/ 0 h 6189265"/>
              <a:gd name="connsiteX5" fmla="*/ 0 w 11540910"/>
              <a:gd name="connsiteY5" fmla="*/ 166984 h 6189265"/>
              <a:gd name="connsiteX6" fmla="*/ 49 w 11540910"/>
              <a:gd name="connsiteY6" fmla="*/ 6026859 h 6189265"/>
              <a:gd name="connsiteX7" fmla="*/ 156043 w 11540910"/>
              <a:gd name="connsiteY7" fmla="*/ 6189265 h 6189265"/>
              <a:gd name="connsiteX8" fmla="*/ 11384873 w 11540910"/>
              <a:gd name="connsiteY8" fmla="*/ 6189265 h 6189265"/>
              <a:gd name="connsiteX9" fmla="*/ 11540911 w 11540910"/>
              <a:gd name="connsiteY9" fmla="*/ 6020490 h 6189265"/>
              <a:gd name="connsiteX10" fmla="*/ 11539955 w 11540910"/>
              <a:gd name="connsiteY10" fmla="*/ 976785 h 6189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40910" h="6189265">
                <a:moveTo>
                  <a:pt x="11539955" y="976785"/>
                </a:moveTo>
                <a:cubicBezTo>
                  <a:pt x="11505245" y="770600"/>
                  <a:pt x="11330738" y="830321"/>
                  <a:pt x="11180879" y="819997"/>
                </a:cubicBezTo>
                <a:cubicBezTo>
                  <a:pt x="10923704" y="802285"/>
                  <a:pt x="10736842" y="615009"/>
                  <a:pt x="10719136" y="358255"/>
                </a:cubicBezTo>
                <a:cubicBezTo>
                  <a:pt x="10709265" y="214677"/>
                  <a:pt x="10767603" y="40123"/>
                  <a:pt x="10572908" y="1345"/>
                </a:cubicBezTo>
                <a:lnTo>
                  <a:pt x="138721" y="0"/>
                </a:lnTo>
                <a:cubicBezTo>
                  <a:pt x="55437" y="23130"/>
                  <a:pt x="6494" y="80124"/>
                  <a:pt x="0" y="166984"/>
                </a:cubicBezTo>
                <a:lnTo>
                  <a:pt x="49" y="6026859"/>
                </a:lnTo>
                <a:cubicBezTo>
                  <a:pt x="8643" y="6113603"/>
                  <a:pt x="66714" y="6181113"/>
                  <a:pt x="156043" y="6189265"/>
                </a:cubicBezTo>
                <a:lnTo>
                  <a:pt x="11384873" y="6189265"/>
                </a:lnTo>
                <a:cubicBezTo>
                  <a:pt x="11476203" y="6180922"/>
                  <a:pt x="11535943" y="6109718"/>
                  <a:pt x="11540911" y="6020490"/>
                </a:cubicBezTo>
                <a:lnTo>
                  <a:pt x="11539955" y="976785"/>
                </a:lnTo>
                <a:close/>
              </a:path>
            </a:pathLst>
          </a:custGeom>
          <a:solidFill>
            <a:schemeClr val="accent1"/>
          </a:solidFill>
          <a:ln w="632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204D8D-CCC9-9BB1-02B9-1CFA8F8259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2306" y="719421"/>
            <a:ext cx="9680893" cy="2808316"/>
          </a:xfrm>
        </p:spPr>
        <p:txBody>
          <a:bodyPr vert="horz" anchor="t"/>
          <a:lstStyle>
            <a:lvl1pPr algn="l">
              <a:lnSpc>
                <a:spcPct val="80000"/>
              </a:lnSpc>
              <a:defRPr sz="11500" b="0" i="0" spc="-600" baseline="0">
                <a:solidFill>
                  <a:schemeClr val="accent4"/>
                </a:solidFill>
                <a:latin typeface="bp Sans Light" panose="020B0404010101010104" pitchFamily="34" charset="77"/>
                <a:ea typeface="bp Sans Light" panose="020B0404010101010104" pitchFamily="34" charset="77"/>
                <a:cs typeface="bp Sans Light" panose="020B0404010101010104" pitchFamily="34" charset="77"/>
              </a:defRPr>
            </a:lvl1pPr>
          </a:lstStyle>
          <a:p>
            <a:r>
              <a:rPr lang="en-DE"/>
              <a:t>Title of Presentation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C13CDD-3CE0-9E78-4560-158BC7800F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2305" y="3546786"/>
            <a:ext cx="9684103" cy="826289"/>
          </a:xfrm>
        </p:spPr>
        <p:txBody>
          <a:bodyPr/>
          <a:lstStyle>
            <a:lvl1pPr marL="0" indent="0" algn="l">
              <a:buNone/>
              <a:defRPr sz="4000" b="0" i="0" spc="0" baseline="0">
                <a:solidFill>
                  <a:schemeClr val="bg1"/>
                </a:solidFill>
                <a:latin typeface="bp Sans Medium" panose="020B0504010101010104" pitchFamily="34" charset="77"/>
                <a:ea typeface="bp Sans Medium" panose="020B0504010101010104" pitchFamily="34" charset="77"/>
                <a:cs typeface="bp Sans Medium" panose="020B0504010101010104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DE"/>
              <a:t>Type of Meeting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B50A63-B2DE-B831-1A69-2746E62B8E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2624" y="4392125"/>
            <a:ext cx="2524125" cy="50323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00" b="0" i="0" spc="0" baseline="0">
                <a:solidFill>
                  <a:schemeClr val="bg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DE"/>
              <a:t>Date</a:t>
            </a:r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D51AEFB-8E30-166F-2903-5DDDA6FD5C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37861" y="5572475"/>
            <a:ext cx="1493446" cy="67003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B111B48-C6E0-486D-74D4-B315EBD807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57298" y="125906"/>
            <a:ext cx="689092" cy="91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931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Divider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8399D35B-3A9A-E3D7-53F6-0BD0F68C333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40204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12" imgH="511" progId="TCLayout.ActiveDocument.1">
                  <p:embed/>
                </p:oleObj>
              </mc:Choice>
              <mc:Fallback>
                <p:oleObj name="think-cell Slide" r:id="rId3" imgW="512" imgH="511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399D35B-3A9A-E3D7-53F6-0BD0F68C33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: Rounded Corners 6">
            <a:extLst>
              <a:ext uri="{FF2B5EF4-FFF2-40B4-BE49-F238E27FC236}">
                <a16:creationId xmlns:a16="http://schemas.microsoft.com/office/drawing/2014/main" id="{A8A44643-51BF-5D47-7E51-FF207DD39FA0}"/>
              </a:ext>
            </a:extLst>
          </p:cNvPr>
          <p:cNvSpPr/>
          <p:nvPr userDrawn="1"/>
        </p:nvSpPr>
        <p:spPr>
          <a:xfrm>
            <a:off x="334964" y="333375"/>
            <a:ext cx="5697538" cy="6191250"/>
          </a:xfrm>
          <a:prstGeom prst="roundRect">
            <a:avLst>
              <a:gd name="adj" fmla="val 311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204D8D-CCC9-9BB1-02B9-1CFA8F8259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2627" y="1069180"/>
            <a:ext cx="5100184" cy="2359820"/>
          </a:xfrm>
        </p:spPr>
        <p:txBody>
          <a:bodyPr vert="horz" anchor="t"/>
          <a:lstStyle>
            <a:lvl1pPr algn="l">
              <a:lnSpc>
                <a:spcPct val="80000"/>
              </a:lnSpc>
              <a:defRPr sz="6200" b="0" i="0" spc="-300" baseline="0">
                <a:solidFill>
                  <a:schemeClr val="accent4"/>
                </a:solidFill>
                <a:latin typeface="bp Sans Light" panose="020B0404010101010104" pitchFamily="34" charset="77"/>
                <a:ea typeface="bp Sans Light" panose="020B0404010101010104" pitchFamily="34" charset="77"/>
                <a:cs typeface="bp Sans Light" panose="020B0404010101010104" pitchFamily="34" charset="77"/>
              </a:defRPr>
            </a:lvl1pPr>
          </a:lstStyle>
          <a:p>
            <a:r>
              <a:rPr lang="en-DE"/>
              <a:t>Title of Presentation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C13CDD-3CE0-9E78-4560-158BC7800F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2625" y="3429000"/>
            <a:ext cx="5100184" cy="499965"/>
          </a:xfrm>
        </p:spPr>
        <p:txBody>
          <a:bodyPr/>
          <a:lstStyle>
            <a:lvl1pPr marL="0" indent="0" algn="l">
              <a:buNone/>
              <a:defRPr sz="2800" b="0" i="0" spc="0" baseline="0">
                <a:solidFill>
                  <a:schemeClr val="bg1"/>
                </a:solidFill>
                <a:latin typeface="bp Sans Medium" panose="020B0504010101010104" pitchFamily="34" charset="77"/>
                <a:ea typeface="bp Sans Medium" panose="020B0504010101010104" pitchFamily="34" charset="77"/>
                <a:cs typeface="bp Sans Medium" panose="020B0504010101010104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Type of Meeting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B50A63-B2DE-B831-1A69-2746E62B8E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2943" y="3928965"/>
            <a:ext cx="2524125" cy="5438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600" spc="0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803BE425-1708-7756-64F5-9BEB335EAED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51563" y="341313"/>
            <a:ext cx="5697537" cy="6173787"/>
          </a:xfrm>
          <a:custGeom>
            <a:avLst/>
            <a:gdLst>
              <a:gd name="connsiteX0" fmla="*/ 132778 w 5703970"/>
              <a:gd name="connsiteY0" fmla="*/ 0 h 6183041"/>
              <a:gd name="connsiteX1" fmla="*/ 4735967 w 5703970"/>
              <a:gd name="connsiteY1" fmla="*/ 593 h 6183041"/>
              <a:gd name="connsiteX2" fmla="*/ 4882195 w 5703970"/>
              <a:gd name="connsiteY2" fmla="*/ 357503 h 6183041"/>
              <a:gd name="connsiteX3" fmla="*/ 5343938 w 5703970"/>
              <a:gd name="connsiteY3" fmla="*/ 819245 h 6183041"/>
              <a:gd name="connsiteX4" fmla="*/ 5703014 w 5703970"/>
              <a:gd name="connsiteY4" fmla="*/ 976033 h 6183041"/>
              <a:gd name="connsiteX5" fmla="*/ 5703970 w 5703970"/>
              <a:gd name="connsiteY5" fmla="*/ 6019738 h 6183041"/>
              <a:gd name="connsiteX6" fmla="*/ 5610144 w 5703970"/>
              <a:gd name="connsiteY6" fmla="*/ 6171170 h 6183041"/>
              <a:gd name="connsiteX7" fmla="*/ 5567560 w 5703970"/>
              <a:gd name="connsiteY7" fmla="*/ 6183041 h 6183041"/>
              <a:gd name="connsiteX8" fmla="*/ 131538 w 5703970"/>
              <a:gd name="connsiteY8" fmla="*/ 6183041 h 6183041"/>
              <a:gd name="connsiteX9" fmla="*/ 90726 w 5703970"/>
              <a:gd name="connsiteY9" fmla="*/ 6171897 h 6183041"/>
              <a:gd name="connsiteX10" fmla="*/ 11021 w 5703970"/>
              <a:gd name="connsiteY10" fmla="*/ 6086932 h 6183041"/>
              <a:gd name="connsiteX11" fmla="*/ 0 w 5703970"/>
              <a:gd name="connsiteY11" fmla="*/ 6043510 h 6183041"/>
              <a:gd name="connsiteX12" fmla="*/ 0 w 5703970"/>
              <a:gd name="connsiteY12" fmla="*/ 145320 h 6183041"/>
              <a:gd name="connsiteX13" fmla="*/ 8236 w 5703970"/>
              <a:gd name="connsiteY13" fmla="*/ 106749 h 6183041"/>
              <a:gd name="connsiteX14" fmla="*/ 55475 w 5703970"/>
              <a:gd name="connsiteY14" fmla="*/ 39345 h 618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703970" h="6183041">
                <a:moveTo>
                  <a:pt x="132778" y="0"/>
                </a:moveTo>
                <a:lnTo>
                  <a:pt x="4735967" y="593"/>
                </a:lnTo>
                <a:cubicBezTo>
                  <a:pt x="4930662" y="39371"/>
                  <a:pt x="4872324" y="213925"/>
                  <a:pt x="4882195" y="357503"/>
                </a:cubicBezTo>
                <a:cubicBezTo>
                  <a:pt x="4899901" y="614257"/>
                  <a:pt x="5086763" y="801533"/>
                  <a:pt x="5343938" y="819245"/>
                </a:cubicBezTo>
                <a:cubicBezTo>
                  <a:pt x="5493797" y="829569"/>
                  <a:pt x="5668304" y="769848"/>
                  <a:pt x="5703014" y="976033"/>
                </a:cubicBezTo>
                <a:lnTo>
                  <a:pt x="5703970" y="6019738"/>
                </a:lnTo>
                <a:cubicBezTo>
                  <a:pt x="5700244" y="6086659"/>
                  <a:pt x="5665709" y="6143441"/>
                  <a:pt x="5610144" y="6171170"/>
                </a:cubicBezTo>
                <a:lnTo>
                  <a:pt x="5567560" y="6183041"/>
                </a:lnTo>
                <a:lnTo>
                  <a:pt x="131538" y="6183041"/>
                </a:lnTo>
                <a:lnTo>
                  <a:pt x="90726" y="6171897"/>
                </a:lnTo>
                <a:cubicBezTo>
                  <a:pt x="54445" y="6154235"/>
                  <a:pt x="27118" y="6124242"/>
                  <a:pt x="11021" y="6086932"/>
                </a:cubicBezTo>
                <a:lnTo>
                  <a:pt x="0" y="6043510"/>
                </a:lnTo>
                <a:lnTo>
                  <a:pt x="0" y="145320"/>
                </a:lnTo>
                <a:lnTo>
                  <a:pt x="8236" y="106749"/>
                </a:lnTo>
                <a:cubicBezTo>
                  <a:pt x="18441" y="79871"/>
                  <a:pt x="34330" y="57332"/>
                  <a:pt x="55475" y="39345"/>
                </a:cubicBezTo>
                <a:close/>
              </a:path>
            </a:pathLst>
          </a:custGeom>
          <a:solidFill>
            <a:srgbClr val="E1E3D6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an image</a:t>
            </a:r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046801-FC66-D91B-45F4-A39468AB1D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37861" y="5572475"/>
            <a:ext cx="1493446" cy="67003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3DF08BD-B413-A2FB-BE40-D7F74D75E0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57298" y="125906"/>
            <a:ext cx="689092" cy="91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629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Divider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E714CB54-142F-50F7-3BED-8242EE66E8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30486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12" imgH="511" progId="TCLayout.ActiveDocument.1">
                  <p:embed/>
                </p:oleObj>
              </mc:Choice>
              <mc:Fallback>
                <p:oleObj name="think-cell Slide" r:id="rId3" imgW="512" imgH="511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14CB54-142F-50F7-3BED-8242EE66E8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DFA96D06-9BED-A371-A359-03A1E42CD19A}"/>
              </a:ext>
            </a:extLst>
          </p:cNvPr>
          <p:cNvSpPr/>
          <p:nvPr userDrawn="1"/>
        </p:nvSpPr>
        <p:spPr>
          <a:xfrm rot="10800000">
            <a:off x="334799" y="342000"/>
            <a:ext cx="11514302" cy="6189265"/>
          </a:xfrm>
          <a:custGeom>
            <a:avLst/>
            <a:gdLst>
              <a:gd name="csX0" fmla="*/ 11375900 w 11514302"/>
              <a:gd name="csY0" fmla="*/ 6189265 h 6189265"/>
              <a:gd name="csX1" fmla="*/ 11358632 w 11514302"/>
              <a:gd name="csY1" fmla="*/ 6189263 h 6189265"/>
              <a:gd name="csX2" fmla="*/ 11358624 w 11514302"/>
              <a:gd name="csY2" fmla="*/ 6189265 h 6189265"/>
              <a:gd name="csX3" fmla="*/ 155684 w 11514302"/>
              <a:gd name="csY3" fmla="*/ 6189265 h 6189265"/>
              <a:gd name="csX4" fmla="*/ 50 w 11514302"/>
              <a:gd name="csY4" fmla="*/ 6026859 h 6189265"/>
              <a:gd name="csX5" fmla="*/ 1 w 11514302"/>
              <a:gd name="csY5" fmla="*/ 174552 h 6189265"/>
              <a:gd name="csX6" fmla="*/ 0 w 11514302"/>
              <a:gd name="csY6" fmla="*/ 168775 h 6189265"/>
              <a:gd name="csX7" fmla="*/ 1 w 11514302"/>
              <a:gd name="csY7" fmla="*/ 168770 h 6189265"/>
              <a:gd name="csX8" fmla="*/ 1 w 11514302"/>
              <a:gd name="csY8" fmla="*/ 166984 h 6189265"/>
              <a:gd name="csX9" fmla="*/ 40472 w 11514302"/>
              <a:gd name="csY9" fmla="*/ 59593 h 6189265"/>
              <a:gd name="csX10" fmla="*/ 43942 w 11514302"/>
              <a:gd name="csY10" fmla="*/ 56633 h 6189265"/>
              <a:gd name="csX11" fmla="*/ 45528 w 11514302"/>
              <a:gd name="csY11" fmla="*/ 54055 h 6189265"/>
              <a:gd name="csX12" fmla="*/ 59242 w 11514302"/>
              <a:gd name="csY12" fmla="*/ 43584 h 6189265"/>
              <a:gd name="csX13" fmla="*/ 82634 w 11514302"/>
              <a:gd name="csY13" fmla="*/ 23634 h 6189265"/>
              <a:gd name="csX14" fmla="*/ 88783 w 11514302"/>
              <a:gd name="csY14" fmla="*/ 21028 h 6189265"/>
              <a:gd name="csX15" fmla="*/ 93609 w 11514302"/>
              <a:gd name="csY15" fmla="*/ 17343 h 6189265"/>
              <a:gd name="csX16" fmla="*/ 104968 w 11514302"/>
              <a:gd name="csY16" fmla="*/ 14169 h 6189265"/>
              <a:gd name="csX17" fmla="*/ 138402 w 11514302"/>
              <a:gd name="csY17" fmla="*/ 0 h 6189265"/>
              <a:gd name="csX18" fmla="*/ 155670 w 11514302"/>
              <a:gd name="csY18" fmla="*/ 2 h 6189265"/>
              <a:gd name="csX19" fmla="*/ 155678 w 11514302"/>
              <a:gd name="csY19" fmla="*/ 0 h 6189265"/>
              <a:gd name="csX20" fmla="*/ 11358618 w 11514302"/>
              <a:gd name="csY20" fmla="*/ 0 h 6189265"/>
              <a:gd name="csX21" fmla="*/ 11514252 w 11514302"/>
              <a:gd name="csY21" fmla="*/ 162406 h 6189265"/>
              <a:gd name="csX22" fmla="*/ 11514301 w 11514302"/>
              <a:gd name="csY22" fmla="*/ 6014714 h 6189265"/>
              <a:gd name="csX23" fmla="*/ 11514302 w 11514302"/>
              <a:gd name="csY23" fmla="*/ 6020490 h 6189265"/>
              <a:gd name="csX24" fmla="*/ 11514301 w 11514302"/>
              <a:gd name="csY24" fmla="*/ 6020495 h 6189265"/>
              <a:gd name="csX25" fmla="*/ 11514301 w 11514302"/>
              <a:gd name="csY25" fmla="*/ 6022281 h 6189265"/>
              <a:gd name="csX26" fmla="*/ 11473830 w 11514302"/>
              <a:gd name="csY26" fmla="*/ 6129672 h 6189265"/>
              <a:gd name="csX27" fmla="*/ 11470360 w 11514302"/>
              <a:gd name="csY27" fmla="*/ 6132631 h 6189265"/>
              <a:gd name="csX28" fmla="*/ 11468774 w 11514302"/>
              <a:gd name="csY28" fmla="*/ 6135209 h 6189265"/>
              <a:gd name="csX29" fmla="*/ 11455059 w 11514302"/>
              <a:gd name="csY29" fmla="*/ 6145681 h 6189265"/>
              <a:gd name="csX30" fmla="*/ 11431668 w 11514302"/>
              <a:gd name="csY30" fmla="*/ 6165630 h 6189265"/>
              <a:gd name="csX31" fmla="*/ 11425519 w 11514302"/>
              <a:gd name="csY31" fmla="*/ 6168237 h 6189265"/>
              <a:gd name="csX32" fmla="*/ 11420692 w 11514302"/>
              <a:gd name="csY32" fmla="*/ 6171922 h 6189265"/>
              <a:gd name="csX33" fmla="*/ 11409334 w 11514302"/>
              <a:gd name="csY33" fmla="*/ 6175095 h 61892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11514302" h="6189265">
                <a:moveTo>
                  <a:pt x="11375900" y="6189265"/>
                </a:moveTo>
                <a:lnTo>
                  <a:pt x="11358632" y="6189263"/>
                </a:lnTo>
                <a:lnTo>
                  <a:pt x="11358624" y="6189265"/>
                </a:lnTo>
                <a:lnTo>
                  <a:pt x="155684" y="6189265"/>
                </a:lnTo>
                <a:cubicBezTo>
                  <a:pt x="66561" y="6181113"/>
                  <a:pt x="8624" y="6113603"/>
                  <a:pt x="50" y="6026859"/>
                </a:cubicBezTo>
                <a:lnTo>
                  <a:pt x="1" y="174552"/>
                </a:lnTo>
                <a:lnTo>
                  <a:pt x="0" y="168775"/>
                </a:lnTo>
                <a:lnTo>
                  <a:pt x="1" y="168770"/>
                </a:lnTo>
                <a:lnTo>
                  <a:pt x="1" y="166984"/>
                </a:lnTo>
                <a:cubicBezTo>
                  <a:pt x="3241" y="123554"/>
                  <a:pt x="17068" y="87590"/>
                  <a:pt x="40472" y="59593"/>
                </a:cubicBezTo>
                <a:lnTo>
                  <a:pt x="43942" y="56633"/>
                </a:lnTo>
                <a:lnTo>
                  <a:pt x="45528" y="54055"/>
                </a:lnTo>
                <a:lnTo>
                  <a:pt x="59242" y="43584"/>
                </a:lnTo>
                <a:lnTo>
                  <a:pt x="82634" y="23634"/>
                </a:lnTo>
                <a:lnTo>
                  <a:pt x="88783" y="21028"/>
                </a:lnTo>
                <a:lnTo>
                  <a:pt x="93609" y="17343"/>
                </a:lnTo>
                <a:lnTo>
                  <a:pt x="104968" y="14169"/>
                </a:lnTo>
                <a:lnTo>
                  <a:pt x="138402" y="0"/>
                </a:lnTo>
                <a:lnTo>
                  <a:pt x="155670" y="2"/>
                </a:lnTo>
                <a:lnTo>
                  <a:pt x="155678" y="0"/>
                </a:lnTo>
                <a:lnTo>
                  <a:pt x="11358618" y="0"/>
                </a:lnTo>
                <a:cubicBezTo>
                  <a:pt x="11447741" y="8152"/>
                  <a:pt x="11505678" y="75662"/>
                  <a:pt x="11514252" y="162406"/>
                </a:cubicBezTo>
                <a:lnTo>
                  <a:pt x="11514301" y="6014714"/>
                </a:lnTo>
                <a:lnTo>
                  <a:pt x="11514302" y="6020490"/>
                </a:lnTo>
                <a:lnTo>
                  <a:pt x="11514301" y="6020495"/>
                </a:lnTo>
                <a:lnTo>
                  <a:pt x="11514301" y="6022281"/>
                </a:lnTo>
                <a:cubicBezTo>
                  <a:pt x="11511061" y="6065711"/>
                  <a:pt x="11497234" y="6101674"/>
                  <a:pt x="11473830" y="6129672"/>
                </a:cubicBezTo>
                <a:lnTo>
                  <a:pt x="11470360" y="6132631"/>
                </a:lnTo>
                <a:lnTo>
                  <a:pt x="11468774" y="6135209"/>
                </a:lnTo>
                <a:lnTo>
                  <a:pt x="11455059" y="6145681"/>
                </a:lnTo>
                <a:lnTo>
                  <a:pt x="11431668" y="6165630"/>
                </a:lnTo>
                <a:lnTo>
                  <a:pt x="11425519" y="6168237"/>
                </a:lnTo>
                <a:lnTo>
                  <a:pt x="11420692" y="6171922"/>
                </a:lnTo>
                <a:lnTo>
                  <a:pt x="11409334" y="6175095"/>
                </a:lnTo>
                <a:close/>
              </a:path>
            </a:pathLst>
          </a:custGeom>
          <a:solidFill>
            <a:schemeClr val="accent1"/>
          </a:solidFill>
          <a:ln w="632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FF20A74-D0A8-6F7C-B1A4-4AE5E4F828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b="1"/>
              <a:t>bp</a:t>
            </a:r>
            <a:r>
              <a:rPr lang="en-GB"/>
              <a:t> | Presentation title | Month 2025 | Confidential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FBAE4DD-253F-9F1F-8266-706E3B22C4D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34963" y="6530976"/>
            <a:ext cx="381722" cy="327024"/>
          </a:xfrm>
        </p:spPr>
        <p:txBody>
          <a:bodyPr/>
          <a:lstStyle/>
          <a:p>
            <a:fld id="{0136EAE7-A19E-4D31-8DA8-3768B267B6B2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078936-ADFB-846E-BB52-093336707B6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2308" y="785359"/>
            <a:ext cx="6519538" cy="1611086"/>
          </a:xfrm>
        </p:spPr>
        <p:txBody>
          <a:bodyPr vert="horz" anchor="t"/>
          <a:lstStyle>
            <a:lvl1pPr algn="l">
              <a:lnSpc>
                <a:spcPct val="80000"/>
              </a:lnSpc>
              <a:defRPr sz="6200" b="0" i="0" spc="-300" baseline="0">
                <a:solidFill>
                  <a:schemeClr val="accent4"/>
                </a:solidFill>
                <a:latin typeface="bp Sans Light" panose="020B0404010101010104" pitchFamily="34" charset="77"/>
                <a:ea typeface="bp Sans Light" panose="020B0404010101010104" pitchFamily="34" charset="77"/>
                <a:cs typeface="bp Sans Light" panose="020B0404010101010104" pitchFamily="34" charset="77"/>
              </a:defRPr>
            </a:lvl1pPr>
          </a:lstStyle>
          <a:p>
            <a:r>
              <a:rPr lang="en-DE"/>
              <a:t>Title of Section</a:t>
            </a:r>
            <a:endParaRPr lang="en-GB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3A80BBCD-7057-7FB5-592E-57A0AAAFD9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42764" y="4856262"/>
            <a:ext cx="1866930" cy="1544538"/>
          </a:xfrm>
        </p:spPr>
        <p:txBody>
          <a:bodyPr wrap="square" anchor="b" anchorCtr="0">
            <a:noAutofit/>
          </a:bodyPr>
          <a:lstStyle>
            <a:lvl1pPr algn="r">
              <a:defRPr sz="9600" b="0" i="0" spc="-150" baseline="0">
                <a:solidFill>
                  <a:schemeClr val="accent4"/>
                </a:solidFill>
                <a:latin typeface="bp Sans Medium" panose="020B0504010101010104" pitchFamily="34" charset="77"/>
                <a:ea typeface="bp Sans Medium" panose="020B0504010101010104" pitchFamily="34" charset="77"/>
                <a:cs typeface="bp Sans Medium" panose="020B0504010101010104" pitchFamily="34" charset="77"/>
              </a:defRPr>
            </a:lvl1pPr>
          </a:lstStyle>
          <a:p>
            <a:pPr lvl="0"/>
            <a:r>
              <a:rPr lang="en-US"/>
              <a:t>0#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2203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Content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A7CBFE0F-2339-86D6-D659-1AC01995B0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81339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12" imgH="511" progId="TCLayout.ActiveDocument.1">
                  <p:embed/>
                </p:oleObj>
              </mc:Choice>
              <mc:Fallback>
                <p:oleObj name="think-cell Slide" r:id="rId3" imgW="512" imgH="51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CBFE0F-2339-86D6-D659-1AC01995B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345D3B5-9662-D125-91EB-74C61AC444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522075" cy="547687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DE"/>
              <a:t>Title of Presentation</a:t>
            </a:r>
            <a:endParaRPr lang="en-GB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0B240CBD-E0F2-F84D-B104-18AC1B5058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3" y="865188"/>
            <a:ext cx="11522075" cy="547687"/>
          </a:xfrm>
        </p:spPr>
        <p:txBody>
          <a:bodyPr/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0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DE"/>
              <a:t>Action Title</a:t>
            </a:r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7997419-03ED-0B6F-41F3-B98471D09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530976"/>
            <a:ext cx="381722" cy="327024"/>
          </a:xfrm>
        </p:spPr>
        <p:txBody>
          <a:bodyPr/>
          <a:lstStyle/>
          <a:p>
            <a:fld id="{0136EAE7-A19E-4D31-8DA8-3768B267B6B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8E2FF5E-624A-A045-E4E3-729CF986A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248" y="6530400"/>
            <a:ext cx="4617747" cy="327600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en-DE"/>
              <a:t>Sources &amp; Notes</a:t>
            </a:r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27C31F0-5E63-AB9D-09E8-F718AE7125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0936" y="6524625"/>
            <a:ext cx="4114800" cy="3270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 b="1"/>
              <a:t>bp</a:t>
            </a:r>
            <a:r>
              <a:rPr lang="en-GB"/>
              <a:t> | April 2026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2954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. Content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A7CBFE0F-2339-86D6-D659-1AC01995B0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81339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12" imgH="511" progId="TCLayout.ActiveDocument.1">
                  <p:embed/>
                </p:oleObj>
              </mc:Choice>
              <mc:Fallback>
                <p:oleObj name="think-cell Slide" r:id="rId3" imgW="512" imgH="51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CBFE0F-2339-86D6-D659-1AC01995B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53865992-3979-25EB-4F5C-EB5E69CBF2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000" y="1800224"/>
            <a:ext cx="11520000" cy="4716000"/>
          </a:xfrm>
          <a:prstGeom prst="roundRect">
            <a:avLst>
              <a:gd name="adj" fmla="val 4308"/>
            </a:avLst>
          </a:prstGeom>
          <a:solidFill>
            <a:srgbClr val="E1E3D6"/>
          </a:solidFill>
        </p:spPr>
        <p:txBody>
          <a:bodyPr lIns="180000" tIns="180000" rIns="180000" bIns="180000"/>
          <a:lstStyle>
            <a:lvl1pPr>
              <a:defRPr sz="1200"/>
            </a:lvl1pPr>
          </a:lstStyle>
          <a:p>
            <a:pPr lvl="0"/>
            <a:r>
              <a:rPr lang="en-GB"/>
              <a:t>Click to add text and/or content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45D3B5-9662-D125-91EB-74C61AC444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522075" cy="547687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DE"/>
              <a:t>Title of Presentation</a:t>
            </a:r>
            <a:endParaRPr lang="en-GB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0B240CBD-E0F2-F84D-B104-18AC1B5058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3" y="865188"/>
            <a:ext cx="11522075" cy="547687"/>
          </a:xfrm>
        </p:spPr>
        <p:txBody>
          <a:bodyPr/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0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DE"/>
              <a:t>Action Title</a:t>
            </a:r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7997419-03ED-0B6F-41F3-B98471D09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530976"/>
            <a:ext cx="381722" cy="327024"/>
          </a:xfrm>
        </p:spPr>
        <p:txBody>
          <a:bodyPr/>
          <a:lstStyle/>
          <a:p>
            <a:fld id="{0136EAE7-A19E-4D31-8DA8-3768B267B6B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8E2FF5E-624A-A045-E4E3-729CF986A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248" y="6530400"/>
            <a:ext cx="4617747" cy="327600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en-DE"/>
              <a:t>Sources &amp; Notes</a:t>
            </a:r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27C31F0-5E63-AB9D-09E8-F718AE7125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0936" y="6524625"/>
            <a:ext cx="4114800" cy="3270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 b="1"/>
              <a:t>bp</a:t>
            </a:r>
            <a:r>
              <a:rPr lang="en-GB"/>
              <a:t> | April 2026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50349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Content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A7CBFE0F-2339-86D6-D659-1AC01995B0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44723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12" imgH="511" progId="TCLayout.ActiveDocument.1">
                  <p:embed/>
                </p:oleObj>
              </mc:Choice>
              <mc:Fallback>
                <p:oleObj name="think-cell Slide" r:id="rId3" imgW="512" imgH="51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CBFE0F-2339-86D6-D659-1AC01995B0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345D3B5-9662-D125-91EB-74C61AC444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522075" cy="547687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DE"/>
              <a:t>Title of Presentation</a:t>
            </a:r>
            <a:endParaRPr lang="en-GB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0B240CBD-E0F2-F84D-B104-18AC1B5058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3" y="865188"/>
            <a:ext cx="11522075" cy="547687"/>
          </a:xfrm>
        </p:spPr>
        <p:txBody>
          <a:bodyPr/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0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DE"/>
              <a:t>Action Title</a:t>
            </a:r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7997419-03ED-0B6F-41F3-B98471D09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530976"/>
            <a:ext cx="381722" cy="327024"/>
          </a:xfrm>
        </p:spPr>
        <p:txBody>
          <a:bodyPr/>
          <a:lstStyle/>
          <a:p>
            <a:fld id="{0136EAE7-A19E-4D31-8DA8-3768B267B6B2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8E2FF5E-624A-A045-E4E3-729CF986A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248" y="6530400"/>
            <a:ext cx="4617747" cy="327600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en-DE"/>
              <a:t>Sources &amp; Notes</a:t>
            </a:r>
            <a:endParaRPr lang="en-US"/>
          </a:p>
        </p:txBody>
      </p:sp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4E2DDCF9-D980-52D3-82FC-D9EAB289C7F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6000" y="1800224"/>
            <a:ext cx="2736000" cy="4716000"/>
          </a:xfrm>
          <a:prstGeom prst="roundRect">
            <a:avLst>
              <a:gd name="adj" fmla="val 7688"/>
            </a:avLst>
          </a:prstGeom>
          <a:solidFill>
            <a:srgbClr val="E1E3D6"/>
          </a:solidFill>
        </p:spPr>
        <p:txBody>
          <a:bodyPr lIns="180000" tIns="180000" rIns="180000" bIns="180000"/>
          <a:lstStyle>
            <a:lvl1pPr>
              <a:defRPr sz="1200"/>
            </a:lvl1pPr>
          </a:lstStyle>
          <a:p>
            <a:pPr lvl="0"/>
            <a:r>
              <a:rPr lang="en-GB"/>
              <a:t>Click to add text and/or content</a:t>
            </a:r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BA67C4BB-CE3E-1429-9B7D-3FEE85776D4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264000" y="1800224"/>
            <a:ext cx="2736000" cy="4716000"/>
          </a:xfrm>
          <a:prstGeom prst="roundRect">
            <a:avLst>
              <a:gd name="adj" fmla="val 7688"/>
            </a:avLst>
          </a:prstGeom>
          <a:solidFill>
            <a:srgbClr val="E1E3D6"/>
          </a:solidFill>
        </p:spPr>
        <p:txBody>
          <a:bodyPr lIns="180000" tIns="180000" rIns="180000" bIns="180000"/>
          <a:lstStyle>
            <a:lvl1pPr>
              <a:defRPr sz="1200"/>
            </a:lvl1pPr>
          </a:lstStyle>
          <a:p>
            <a:pPr lvl="0"/>
            <a:r>
              <a:rPr lang="en-GB"/>
              <a:t>Click to add text and/or content</a:t>
            </a:r>
            <a:endParaRPr lang="en-US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543CE3FB-AFC9-CD56-569E-FC6FB1477A6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92000" y="1800224"/>
            <a:ext cx="2736000" cy="4716000"/>
          </a:xfrm>
          <a:prstGeom prst="roundRect">
            <a:avLst>
              <a:gd name="adj" fmla="val 7688"/>
            </a:avLst>
          </a:prstGeom>
          <a:solidFill>
            <a:srgbClr val="E1E3D6"/>
          </a:solidFill>
        </p:spPr>
        <p:txBody>
          <a:bodyPr lIns="180000" tIns="180000" rIns="180000" bIns="180000"/>
          <a:lstStyle>
            <a:lvl1pPr>
              <a:defRPr sz="1200"/>
            </a:lvl1pPr>
          </a:lstStyle>
          <a:p>
            <a:pPr lvl="0"/>
            <a:r>
              <a:rPr lang="en-GB"/>
              <a:t>Click to add text and/or content</a:t>
            </a:r>
            <a:endParaRPr lang="en-US"/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9E11FA4B-8553-6362-6CFC-266B8181821C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120000" y="1800224"/>
            <a:ext cx="2736000" cy="4716000"/>
          </a:xfrm>
          <a:prstGeom prst="roundRect">
            <a:avLst>
              <a:gd name="adj" fmla="val 7688"/>
            </a:avLst>
          </a:prstGeom>
          <a:solidFill>
            <a:srgbClr val="E1E3D6"/>
          </a:solidFill>
        </p:spPr>
        <p:txBody>
          <a:bodyPr lIns="180000" tIns="180000" rIns="180000" bIns="180000"/>
          <a:lstStyle>
            <a:lvl1pPr>
              <a:defRPr sz="1200"/>
            </a:lvl1pPr>
          </a:lstStyle>
          <a:p>
            <a:pPr lvl="0"/>
            <a:r>
              <a:rPr lang="en-GB"/>
              <a:t>Click to add text and/or content</a:t>
            </a:r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F5217C48-53A0-5236-D264-2FEF67B783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0936" y="6524625"/>
            <a:ext cx="4114800" cy="3270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 b="1"/>
              <a:t>bp</a:t>
            </a:r>
            <a:r>
              <a:rPr lang="en-GB"/>
              <a:t> | April 2026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09504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Content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50590424-1A4B-F2D2-6D76-8319566A7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2053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12" imgH="511" progId="TCLayout.ActiveDocument.1">
                  <p:embed/>
                </p:oleObj>
              </mc:Choice>
              <mc:Fallback>
                <p:oleObj name="think-cell Slide" r:id="rId3" imgW="512" imgH="51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590424-1A4B-F2D2-6D76-8319566A7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02ABF-4992-0D8E-F0F8-4AF31A422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530976"/>
            <a:ext cx="381722" cy="327024"/>
          </a:xfrm>
        </p:spPr>
        <p:txBody>
          <a:bodyPr/>
          <a:lstStyle/>
          <a:p>
            <a:fld id="{0136EAE7-A19E-4D31-8DA8-3768B267B6B2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CE9059C-AD6F-F595-BFC2-22DBF2EEAD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248" y="6530400"/>
            <a:ext cx="4617747" cy="327600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en-DE"/>
              <a:t>Sources &amp; Notes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83C9569-8020-34B8-85C8-DB92EE037A98}"/>
              </a:ext>
            </a:extLst>
          </p:cNvPr>
          <p:cNvSpPr>
            <a:spLocks noGrp="1"/>
          </p:cNvSpPr>
          <p:nvPr>
            <p:ph sz="quarter" idx="4294967295" hasCustomPrompt="1"/>
          </p:nvPr>
        </p:nvSpPr>
        <p:spPr>
          <a:xfrm>
            <a:off x="341312" y="1799751"/>
            <a:ext cx="5112000" cy="4716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Click to add text and/or content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DDC98AD-695B-1067-5AA3-55955B8276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0936" y="6524625"/>
            <a:ext cx="4114800" cy="3270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 b="1"/>
              <a:t>bp</a:t>
            </a:r>
            <a:r>
              <a:rPr lang="en-GB"/>
              <a:t> | April 2026 | Confidential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0E97138-6A25-DB02-7C75-FD3569AC2F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5703887" cy="547687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DE"/>
              <a:t>Title of Presentation</a:t>
            </a:r>
            <a:endParaRPr lang="en-GB"/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BC091C59-A39F-5A9A-9522-6833D7D3773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3" y="865188"/>
            <a:ext cx="5703887" cy="547687"/>
          </a:xfrm>
        </p:spPr>
        <p:txBody>
          <a:bodyPr/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0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DE"/>
              <a:t>Action Title</a:t>
            </a:r>
            <a:endParaRPr lang="en-GB"/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72EADD65-4AF9-5611-6DAB-9A66C9D8B3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69039" y="359751"/>
            <a:ext cx="5688000" cy="6156000"/>
          </a:xfrm>
          <a:prstGeom prst="roundRect">
            <a:avLst>
              <a:gd name="adj" fmla="val 3596"/>
            </a:avLst>
          </a:prstGeom>
          <a:solidFill>
            <a:srgbClr val="E1E3D6"/>
          </a:solidFill>
        </p:spPr>
        <p:txBody>
          <a:bodyPr lIns="180000" tIns="180000" rIns="180000" bIns="180000"/>
          <a:lstStyle>
            <a:lvl1pPr>
              <a:defRPr sz="1200"/>
            </a:lvl1pPr>
          </a:lstStyle>
          <a:p>
            <a:pPr lvl="0"/>
            <a:r>
              <a:rPr lang="en-GB"/>
              <a:t>Click to add text and/or content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399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Content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50590424-1A4B-F2D2-6D76-8319566A7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809222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12" imgH="511" progId="TCLayout.ActiveDocument.1">
                  <p:embed/>
                </p:oleObj>
              </mc:Choice>
              <mc:Fallback>
                <p:oleObj name="think-cell Slide" r:id="rId3" imgW="512" imgH="51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590424-1A4B-F2D2-6D76-8319566A7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02ABF-4992-0D8E-F0F8-4AF31A422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530976"/>
            <a:ext cx="381722" cy="327024"/>
          </a:xfrm>
        </p:spPr>
        <p:txBody>
          <a:bodyPr/>
          <a:lstStyle/>
          <a:p>
            <a:fld id="{0136EAE7-A19E-4D31-8DA8-3768B267B6B2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CE9059C-AD6F-F595-BFC2-22DBF2EEAD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248" y="6530400"/>
            <a:ext cx="4617747" cy="327600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en-DE"/>
              <a:t>Sources &amp; Notes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83C9569-8020-34B8-85C8-DB92EE037A98}"/>
              </a:ext>
            </a:extLst>
          </p:cNvPr>
          <p:cNvSpPr>
            <a:spLocks noGrp="1"/>
          </p:cNvSpPr>
          <p:nvPr>
            <p:ph sz="quarter" idx="4294967295" hasCustomPrompt="1"/>
          </p:nvPr>
        </p:nvSpPr>
        <p:spPr>
          <a:xfrm>
            <a:off x="341312" y="1799751"/>
            <a:ext cx="5112000" cy="4716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Click to add text and/or content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DDC98AD-695B-1067-5AA3-55955B8276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0936" y="6524625"/>
            <a:ext cx="4114800" cy="3270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 b="1"/>
              <a:t>bp</a:t>
            </a:r>
            <a:r>
              <a:rPr lang="en-GB"/>
              <a:t> | April 2026 |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E32D04-15D6-5078-3242-6DF31597D9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522075" cy="547687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DE"/>
              <a:t>Title of Presentation</a:t>
            </a:r>
            <a:endParaRPr lang="en-GB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66C8ED46-6E14-1B53-DB88-8B321FACD1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3" y="865188"/>
            <a:ext cx="11522075" cy="547687"/>
          </a:xfrm>
        </p:spPr>
        <p:txBody>
          <a:bodyPr/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0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DE"/>
              <a:t>Action Title</a:t>
            </a:r>
            <a:endParaRPr lang="en-GB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FD9EE218-CAF0-9CA7-BC98-FBDDD942DE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69039" y="1799751"/>
            <a:ext cx="5688000" cy="4716000"/>
          </a:xfrm>
          <a:prstGeom prst="roundRect">
            <a:avLst>
              <a:gd name="adj" fmla="val 3596"/>
            </a:avLst>
          </a:prstGeom>
          <a:solidFill>
            <a:srgbClr val="E1E3D6"/>
          </a:solidFill>
        </p:spPr>
        <p:txBody>
          <a:bodyPr lIns="180000" tIns="180000" rIns="180000" bIns="180000"/>
          <a:lstStyle>
            <a:lvl1pPr>
              <a:defRPr sz="1200"/>
            </a:lvl1pPr>
          </a:lstStyle>
          <a:p>
            <a:pPr lvl="0"/>
            <a:r>
              <a:rPr lang="en-GB"/>
              <a:t>Click to add text and/or content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24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Content #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B6488D86-50F8-0D50-999A-0D160565AF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01761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12" imgH="511" progId="TCLayout.ActiveDocument.1">
                  <p:embed/>
                </p:oleObj>
              </mc:Choice>
              <mc:Fallback>
                <p:oleObj name="think-cell Slide" r:id="rId3" imgW="512" imgH="511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488D86-50F8-0D50-999A-0D160565AF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6232C84A-6DAA-CF8B-75E2-B8B03D5FE02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58592" y="1910077"/>
            <a:ext cx="1406208" cy="1463041"/>
          </a:xfrm>
          <a:prstGeom prst="roundRect">
            <a:avLst/>
          </a:prstGeom>
          <a:solidFill>
            <a:srgbClr val="E1E3D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00A1493B-E2F0-F8EB-FBEC-95F6E868478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142672" y="1910078"/>
            <a:ext cx="1406208" cy="1463041"/>
          </a:xfrm>
          <a:prstGeom prst="roundRect">
            <a:avLst/>
          </a:prstGeom>
          <a:solidFill>
            <a:srgbClr val="E1E3D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8555884C-1E17-068E-9855-786BB522308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36912" y="1920238"/>
            <a:ext cx="1406208" cy="1463041"/>
          </a:xfrm>
          <a:prstGeom prst="roundRect">
            <a:avLst/>
          </a:prstGeom>
          <a:solidFill>
            <a:srgbClr val="E1E3D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ABA1599B-B4D8-81F4-760F-8D48AC4DB7E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31152" y="1920238"/>
            <a:ext cx="1406208" cy="1463041"/>
          </a:xfrm>
          <a:prstGeom prst="roundRect">
            <a:avLst/>
          </a:prstGeom>
          <a:solidFill>
            <a:srgbClr val="E1E3D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F6A1C-0825-A7A5-3173-3B4E9D038D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36EAE7-A19E-4D31-8DA8-3768B267B6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123E61D-4B7A-DA21-285F-B2127408BA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3" y="3479800"/>
            <a:ext cx="2330450" cy="939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E810A91A-0E3B-6EB7-824A-E407B3A8EC6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47072" y="3479800"/>
            <a:ext cx="2330450" cy="939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33BDC572-4C22-F271-7F5A-8FD842BF2D8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42672" y="3479800"/>
            <a:ext cx="2330450" cy="9184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33CBDE64-2F71-E7DE-0250-9278C36A93B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58592" y="3458485"/>
            <a:ext cx="2330450" cy="939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1F653A27-B0AD-390F-E1C1-2AE085AF59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3248" y="6530400"/>
            <a:ext cx="4617747" cy="327600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en-DE"/>
              <a:t>Sources &amp; Notes</a:t>
            </a: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02177A0-DD4C-9ECA-42A3-C26F61BD2D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0936" y="6524625"/>
            <a:ext cx="4114800" cy="3270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 b="1"/>
              <a:t>bp</a:t>
            </a:r>
            <a:r>
              <a:rPr lang="en-GB"/>
              <a:t> | April 2026 | Confidential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021DADB-D463-AB82-DA95-D989277984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522075" cy="547687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DE"/>
              <a:t>Title of Presentation</a:t>
            </a:r>
            <a:endParaRPr lang="en-GB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F2B50557-293B-9989-60C1-BF63FBD398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4963" y="865188"/>
            <a:ext cx="11522075" cy="547687"/>
          </a:xfrm>
        </p:spPr>
        <p:txBody>
          <a:bodyPr/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0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DE"/>
              <a:t>Action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0018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3DF14CA4-17A0-146C-AD63-7734A9576F24}"/>
              </a:ext>
            </a:extLst>
          </p:cNvPr>
          <p:cNvSpPr/>
          <p:nvPr userDrawn="1"/>
        </p:nvSpPr>
        <p:spPr>
          <a:xfrm>
            <a:off x="334800" y="342000"/>
            <a:ext cx="11514300" cy="6189265"/>
          </a:xfrm>
          <a:custGeom>
            <a:avLst/>
            <a:gdLst>
              <a:gd name="connsiteX0" fmla="*/ 11539955 w 11540910"/>
              <a:gd name="connsiteY0" fmla="*/ 976785 h 6189265"/>
              <a:gd name="connsiteX1" fmla="*/ 11180879 w 11540910"/>
              <a:gd name="connsiteY1" fmla="*/ 819997 h 6189265"/>
              <a:gd name="connsiteX2" fmla="*/ 10719136 w 11540910"/>
              <a:gd name="connsiteY2" fmla="*/ 358255 h 6189265"/>
              <a:gd name="connsiteX3" fmla="*/ 10572908 w 11540910"/>
              <a:gd name="connsiteY3" fmla="*/ 1345 h 6189265"/>
              <a:gd name="connsiteX4" fmla="*/ 138721 w 11540910"/>
              <a:gd name="connsiteY4" fmla="*/ 0 h 6189265"/>
              <a:gd name="connsiteX5" fmla="*/ 0 w 11540910"/>
              <a:gd name="connsiteY5" fmla="*/ 166984 h 6189265"/>
              <a:gd name="connsiteX6" fmla="*/ 49 w 11540910"/>
              <a:gd name="connsiteY6" fmla="*/ 6026859 h 6189265"/>
              <a:gd name="connsiteX7" fmla="*/ 156043 w 11540910"/>
              <a:gd name="connsiteY7" fmla="*/ 6189265 h 6189265"/>
              <a:gd name="connsiteX8" fmla="*/ 11384873 w 11540910"/>
              <a:gd name="connsiteY8" fmla="*/ 6189265 h 6189265"/>
              <a:gd name="connsiteX9" fmla="*/ 11540911 w 11540910"/>
              <a:gd name="connsiteY9" fmla="*/ 6020490 h 6189265"/>
              <a:gd name="connsiteX10" fmla="*/ 11539955 w 11540910"/>
              <a:gd name="connsiteY10" fmla="*/ 976785 h 6189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40910" h="6189265">
                <a:moveTo>
                  <a:pt x="11539955" y="976785"/>
                </a:moveTo>
                <a:cubicBezTo>
                  <a:pt x="11505245" y="770600"/>
                  <a:pt x="11330738" y="830321"/>
                  <a:pt x="11180879" y="819997"/>
                </a:cubicBezTo>
                <a:cubicBezTo>
                  <a:pt x="10923704" y="802285"/>
                  <a:pt x="10736842" y="615009"/>
                  <a:pt x="10719136" y="358255"/>
                </a:cubicBezTo>
                <a:cubicBezTo>
                  <a:pt x="10709265" y="214677"/>
                  <a:pt x="10767603" y="40123"/>
                  <a:pt x="10572908" y="1345"/>
                </a:cubicBezTo>
                <a:lnTo>
                  <a:pt x="138721" y="0"/>
                </a:lnTo>
                <a:cubicBezTo>
                  <a:pt x="55437" y="23130"/>
                  <a:pt x="6494" y="80124"/>
                  <a:pt x="0" y="166984"/>
                </a:cubicBezTo>
                <a:lnTo>
                  <a:pt x="49" y="6026859"/>
                </a:lnTo>
                <a:cubicBezTo>
                  <a:pt x="8643" y="6113603"/>
                  <a:pt x="66714" y="6181113"/>
                  <a:pt x="156043" y="6189265"/>
                </a:cubicBezTo>
                <a:lnTo>
                  <a:pt x="11384873" y="6189265"/>
                </a:lnTo>
                <a:cubicBezTo>
                  <a:pt x="11476203" y="6180922"/>
                  <a:pt x="11535943" y="6109718"/>
                  <a:pt x="11540911" y="6020490"/>
                </a:cubicBezTo>
                <a:lnTo>
                  <a:pt x="11539955" y="976785"/>
                </a:lnTo>
                <a:close/>
              </a:path>
            </a:pathLst>
          </a:custGeom>
          <a:solidFill>
            <a:schemeClr val="accent1"/>
          </a:solidFill>
          <a:ln w="632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204D8D-CCC9-9BB1-02B9-1CFA8F8259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2307" y="719421"/>
            <a:ext cx="7185343" cy="2682240"/>
          </a:xfrm>
        </p:spPr>
        <p:txBody>
          <a:bodyPr anchor="t"/>
          <a:lstStyle>
            <a:lvl1pPr algn="l">
              <a:lnSpc>
                <a:spcPct val="90000"/>
              </a:lnSpc>
              <a:defRPr sz="6200" b="0" spc="-180" baseline="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B50A63-B2DE-B831-1A69-2746E62B8E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2624" y="4600799"/>
            <a:ext cx="2834640" cy="1724587"/>
          </a:xfrm>
        </p:spPr>
        <p:txBody>
          <a:bodyPr/>
          <a:lstStyle>
            <a:lvl1pPr>
              <a:spcBef>
                <a:spcPts val="0"/>
              </a:spcBef>
              <a:defRPr sz="1600" spc="0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For more information,</a:t>
            </a:r>
            <a:br>
              <a:rPr lang="en-US"/>
            </a:br>
            <a:r>
              <a:rPr lang="en-US"/>
              <a:t>please contact:</a:t>
            </a:r>
          </a:p>
          <a:p>
            <a:pPr lvl="0"/>
            <a:endParaRPr lang="en-US"/>
          </a:p>
          <a:p>
            <a:pPr lvl="0"/>
            <a:r>
              <a:rPr lang="en-US" err="1"/>
              <a:t>Firstname</a:t>
            </a:r>
            <a:r>
              <a:rPr lang="en-US"/>
              <a:t> Lastname</a:t>
            </a:r>
          </a:p>
          <a:p>
            <a:pPr lvl="0"/>
            <a:r>
              <a:rPr lang="en-US"/>
              <a:t>Role, Location</a:t>
            </a:r>
          </a:p>
          <a:p>
            <a:pPr lvl="0"/>
            <a:r>
              <a:rPr lang="en-US"/>
              <a:t>firstname.lastname@bp.com</a:t>
            </a:r>
          </a:p>
          <a:p>
            <a:pPr lvl="0"/>
            <a:r>
              <a:rPr lang="en-US"/>
              <a:t>+000 000 000</a:t>
            </a:r>
            <a:endParaRPr lang="en-GB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37910A3-AC39-9805-41EC-E41AB6319F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298" y="125906"/>
            <a:ext cx="689092" cy="91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1814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1DB16-30D3-7AF2-422D-D26A8EA0D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852" y="1798865"/>
            <a:ext cx="11512296" cy="4389120"/>
          </a:xfrm>
        </p:spPr>
        <p:txBody>
          <a:bodyPr anchor="t" anchorCtr="0">
            <a:noAutofit/>
          </a:bodyPr>
          <a:lstStyle>
            <a:lvl1pPr>
              <a:defRPr lang="en-US" sz="1600" b="0" i="0" kern="1200" baseline="0" dirty="0" smtClean="0">
                <a:solidFill>
                  <a:schemeClr val="tx1"/>
                </a:solidFill>
                <a:latin typeface="bp Sans TT" panose="020B0504010101010104" pitchFamily="34" charset="0"/>
                <a:ea typeface="bp Sans TT" panose="020B0504010101010104" pitchFamily="34" charset="0"/>
                <a:cs typeface="bp Sans TT" panose="020B0504010101010104" pitchFamily="34" charset="0"/>
              </a:defRPr>
            </a:lvl1pPr>
            <a:lvl2pPr marL="342900" indent="-342900">
              <a:defRPr lang="en-US" sz="1600" b="0" i="0" kern="1200" baseline="0" dirty="0" smtClean="0">
                <a:solidFill>
                  <a:schemeClr val="tx1"/>
                </a:solidFill>
                <a:latin typeface="bp Sans TT" panose="020B0504010101010104" pitchFamily="34" charset="0"/>
                <a:ea typeface="bp Sans TT" panose="020B0504010101010104" pitchFamily="34" charset="0"/>
                <a:cs typeface="bp Sans TT" panose="020B0504010101010104" pitchFamily="34" charset="0"/>
              </a:defRPr>
            </a:lvl2pPr>
            <a:lvl3pPr>
              <a:defRPr>
                <a:latin typeface="bp Sans TT" panose="020B0504010101010104" pitchFamily="34" charset="0"/>
                <a:ea typeface="bp Sans TT" panose="020B0504010101010104" pitchFamily="34" charset="0"/>
                <a:cs typeface="bp Sans TT" panose="020B0504010101010104" pitchFamily="34" charset="0"/>
              </a:defRPr>
            </a:lvl3pPr>
            <a:lvl4pPr>
              <a:defRPr>
                <a:latin typeface="bp Sans TT" panose="020B0504010101010104" pitchFamily="34" charset="0"/>
                <a:ea typeface="bp Sans TT" panose="020B0504010101010104" pitchFamily="34" charset="0"/>
                <a:cs typeface="bp Sans TT" panose="020B0504010101010104" pitchFamily="34" charset="0"/>
              </a:defRPr>
            </a:lvl4pPr>
            <a:lvl5pPr>
              <a:defRPr>
                <a:latin typeface="bp Sans TT" panose="020B0504010101010104" pitchFamily="34" charset="0"/>
                <a:ea typeface="bp Sans TT" panose="020B0504010101010104" pitchFamily="34" charset="0"/>
                <a:cs typeface="bp Sans TT" panose="020B0504010101010104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de-DE"/>
              <a:t>Mastertextformat bearbeiten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de-DE"/>
              <a:t>Zweite Ebene</a:t>
            </a:r>
          </a:p>
          <a:p>
            <a:pPr marL="0" lvl="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de-DE"/>
              <a:t>Dritte Ebene</a:t>
            </a:r>
          </a:p>
          <a:p>
            <a:pPr marL="0" lvl="3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de-DE"/>
              <a:t>Vierte Ebene</a:t>
            </a:r>
          </a:p>
          <a:p>
            <a:pPr marL="0" lvl="4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F949C-F3F8-FA4B-072E-E4FB9FEFD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8050" y="6528816"/>
            <a:ext cx="4114800" cy="329184"/>
          </a:xfrm>
        </p:spPr>
        <p:txBody>
          <a:bodyPr/>
          <a:lstStyle>
            <a:lvl1pPr>
              <a:defRPr>
                <a:latin typeface="bp Sans TT" panose="020B0504010101010104" pitchFamily="34" charset="0"/>
                <a:ea typeface="bp Sans TT" panose="020B0504010101010104" pitchFamily="34" charset="0"/>
                <a:cs typeface="bp Sans TT" panose="020B0504010101010104" pitchFamily="34" charset="0"/>
              </a:defRPr>
            </a:lvl1pPr>
          </a:lstStyle>
          <a:p>
            <a:r>
              <a:rPr lang="en-US"/>
              <a:t>bp | Presentation title | Month 2025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585C4-FAE8-10B8-7280-88F73AF3D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p Sans TT" panose="020B0504010101010104" pitchFamily="34" charset="0"/>
                <a:ea typeface="bp Sans TT" panose="020B0504010101010104" pitchFamily="34" charset="0"/>
                <a:cs typeface="bp Sans TT" panose="020B0504010101010104" pitchFamily="34" charset="0"/>
              </a:defRPr>
            </a:lvl1pPr>
          </a:lstStyle>
          <a:p>
            <a:fld id="{FCBC095F-5DC2-45E3-8AAA-A2596CC294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AF6F4DD-1C52-0104-925B-92309BC5F2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37348" y="6528816"/>
            <a:ext cx="4114800" cy="329184"/>
          </a:xfrm>
        </p:spPr>
        <p:txBody>
          <a:bodyPr anchor="ctr" anchorCtr="0">
            <a:noAutofit/>
          </a:bodyPr>
          <a:lstStyle>
            <a:lvl1pPr marL="0" algn="l" defTabSz="914400" rtl="0" eaLnBrk="1" latinLnBrk="0" hangingPunct="1">
              <a:buNone/>
              <a:defRPr lang="en-US" sz="800" b="0" i="0" kern="1200" baseline="0" dirty="0" smtClean="0">
                <a:solidFill>
                  <a:schemeClr val="tx1"/>
                </a:solidFill>
                <a:latin typeface="bp Sans TT" panose="020B0504010101010104" pitchFamily="34" charset="0"/>
                <a:ea typeface="bp Sans TT" panose="020B0504010101010104" pitchFamily="34" charset="0"/>
                <a:cs typeface="bp Sans TT" panose="020B0504010101010104" pitchFamily="34" charset="0"/>
              </a:defRPr>
            </a:lvl1pPr>
          </a:lstStyle>
          <a:p>
            <a:pPr marL="171450" lvl="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</a:pPr>
            <a:r>
              <a:rPr lang="en-US"/>
              <a:t>Source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F78ACA-6852-F7D9-F57E-71D9199BF8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9404" y="349200"/>
            <a:ext cx="11512296" cy="621792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spc="-150" baseline="0" dirty="0" smtClean="0">
                <a:solidFill>
                  <a:schemeClr val="accent1"/>
                </a:solidFill>
                <a:latin typeface="bp Sans TT Light" panose="020B0404010101010104" pitchFamily="34" charset="77"/>
                <a:ea typeface="bp Sans TT Light" panose="020B0404010101010104" pitchFamily="34" charset="77"/>
                <a:cs typeface="bp Sans TT Light" panose="020B0404010101010104" pitchFamily="34" charset="77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spc="-150" baseline="0" dirty="0" smtClean="0">
                <a:solidFill>
                  <a:schemeClr val="accent1"/>
                </a:solidFill>
                <a:latin typeface="bp Sans TT Light" panose="020B0404010101010104" pitchFamily="34" charset="77"/>
                <a:ea typeface="bp Sans TT Light" panose="020B0404010101010104" pitchFamily="34" charset="77"/>
                <a:cs typeface="bp Sans TT Light" panose="020B0404010101010104" pitchFamily="34" charset="77"/>
              </a:defRPr>
            </a:lvl2pPr>
            <a:lvl3pPr marL="2286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spc="-150" baseline="0" dirty="0" smtClean="0">
                <a:solidFill>
                  <a:schemeClr val="accent1"/>
                </a:solidFill>
                <a:latin typeface="bp Sans TT Light" panose="020B0404010101010104" pitchFamily="34" charset="77"/>
                <a:ea typeface="bp Sans TT Light" panose="020B0404010101010104" pitchFamily="34" charset="77"/>
                <a:cs typeface="bp Sans TT Light" panose="020B0404010101010104" pitchFamily="34" charset="77"/>
              </a:defRPr>
            </a:lvl3pPr>
            <a:lvl4pPr marL="4572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spc="-150" baseline="0" dirty="0" smtClean="0">
                <a:solidFill>
                  <a:schemeClr val="accent1"/>
                </a:solidFill>
                <a:latin typeface="bp Sans TT Light" panose="020B0404010101010104" pitchFamily="34" charset="77"/>
                <a:ea typeface="bp Sans TT Light" panose="020B0404010101010104" pitchFamily="34" charset="77"/>
                <a:cs typeface="bp Sans TT Light" panose="020B0404010101010104" pitchFamily="34" charset="77"/>
              </a:defRPr>
            </a:lvl4pPr>
            <a:lvl5pPr marL="6858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spc="-150" baseline="0" dirty="0">
                <a:solidFill>
                  <a:schemeClr val="accent1"/>
                </a:solidFill>
                <a:latin typeface="bp Sans TT Light" panose="020B0404010101010104" pitchFamily="34" charset="77"/>
                <a:ea typeface="bp Sans TT Light" panose="020B0404010101010104" pitchFamily="34" charset="77"/>
                <a:cs typeface="bp Sans TT Light" panose="020B0404010101010104" pitchFamily="34" charset="77"/>
              </a:defRPr>
            </a:lvl5pPr>
          </a:lstStyle>
          <a:p>
            <a:pPr lvl="0"/>
            <a:r>
              <a:rPr lang="en-US"/>
              <a:t>Heading on one line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1EA3C8F-972E-F4EB-AC92-2AC217487B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9404" y="970992"/>
            <a:ext cx="11512296" cy="603504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i="0" kern="1200" baseline="0" dirty="0" smtClean="0">
                <a:solidFill>
                  <a:schemeClr val="tx1"/>
                </a:solidFill>
                <a:latin typeface="+mn-lt"/>
                <a:ea typeface="bp Sans Medium" panose="020B0504010101010104" pitchFamily="34" charset="77"/>
                <a:cs typeface="bp Sans Medium" panose="020B0504010101010104" pitchFamily="34" charset="77"/>
              </a:defRPr>
            </a:lvl1pPr>
          </a:lstStyle>
          <a:p>
            <a:pPr lvl="0"/>
            <a:r>
              <a:rPr lang="en-US"/>
              <a:t>Optional sub head if required on one or two lines</a:t>
            </a:r>
          </a:p>
        </p:txBody>
      </p:sp>
    </p:spTree>
    <p:extLst>
      <p:ext uri="{BB962C8B-B14F-4D97-AF65-F5344CB8AC3E}">
        <p14:creationId xmlns:p14="http://schemas.microsoft.com/office/powerpoint/2010/main" val="3180955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4FC8AAA-7167-9025-7B7F-069B785DE4DF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6370165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512" imgH="511" progId="TCLayout.ActiveDocument.1">
                  <p:embed/>
                </p:oleObj>
              </mc:Choice>
              <mc:Fallback>
                <p:oleObj name="think-cell Slide" r:id="rId14" imgW="512" imgH="511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FC8AAA-7167-9025-7B7F-069B785DE4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8F6AE2-9764-B4D6-9CBF-4BBF5E24C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13" y="341313"/>
            <a:ext cx="11515725" cy="10715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62022-20EC-7D40-A75E-14187A9CD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6000" y="1800225"/>
            <a:ext cx="11520000" cy="3143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67FF5-9410-0E19-092F-39BA8052B5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0936" y="6524625"/>
            <a:ext cx="4114800" cy="3270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 b="1"/>
              <a:t>bp</a:t>
            </a:r>
            <a:r>
              <a:rPr lang="en-GB"/>
              <a:t> | April 2026 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BB55A-90F2-3435-5828-FD4D005DD4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1312" y="6530976"/>
            <a:ext cx="381722" cy="3270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136EAE7-A19E-4D31-8DA8-3768B267B6B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838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 spc="-150" baseline="0">
          <a:solidFill>
            <a:schemeClr val="accent3"/>
          </a:solidFill>
          <a:latin typeface="bp Sans Light" panose="020B0404010101010104" pitchFamily="34" charset="77"/>
          <a:ea typeface="bp Sans Light" panose="020B0404010101010104" pitchFamily="34" charset="77"/>
          <a:cs typeface="bp Sans Light" panose="020B0404010101010104" pitchFamily="34" charset="77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None/>
        <a:defRPr sz="1200" b="0" i="0" kern="1200" baseline="0">
          <a:solidFill>
            <a:schemeClr val="tx1"/>
          </a:solidFill>
          <a:latin typeface="bp Sans" panose="020B0504010101010104" pitchFamily="34" charset="77"/>
          <a:ea typeface="bp Sans" panose="020B0504010101010104" pitchFamily="34" charset="77"/>
          <a:cs typeface="bp Sans" panose="020B0504010101010104" pitchFamily="34" charset="77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300"/>
        </a:spcBef>
        <a:buFont typeface="Wingdings" panose="05000000000000000000" pitchFamily="2" charset="2"/>
        <a:buChar char="§"/>
        <a:defRPr sz="1200" b="0" i="0" kern="1200" baseline="0">
          <a:solidFill>
            <a:schemeClr val="tx1"/>
          </a:solidFill>
          <a:latin typeface="bp Sans" panose="020B0504010101010104" pitchFamily="34" charset="77"/>
          <a:ea typeface="bp Sans" panose="020B0504010101010104" pitchFamily="34" charset="77"/>
          <a:cs typeface="bp Sans" panose="020B0504010101010104" pitchFamily="34" charset="77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300"/>
        </a:spcBef>
        <a:buFont typeface="Symbol" panose="05050102010706020507" pitchFamily="18" charset="2"/>
        <a:buChar char="-"/>
        <a:defRPr sz="1200" b="0" i="0" kern="1200" baseline="0">
          <a:solidFill>
            <a:schemeClr val="tx1"/>
          </a:solidFill>
          <a:latin typeface="bp Sans" panose="020B0504010101010104" pitchFamily="34" charset="77"/>
          <a:ea typeface="bp Sans" panose="020B0504010101010104" pitchFamily="34" charset="77"/>
          <a:cs typeface="bp Sans" panose="020B0504010101010104" pitchFamily="34" charset="77"/>
        </a:defRPr>
      </a:lvl3pPr>
      <a:lvl4pPr marL="0" indent="0" algn="l" defTabSz="9144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None/>
        <a:defRPr sz="1200" b="0" i="0" kern="1200" baseline="0">
          <a:solidFill>
            <a:schemeClr val="tx1"/>
          </a:solidFill>
          <a:latin typeface="bp Sans" panose="020B0504010101010104" pitchFamily="34" charset="77"/>
          <a:ea typeface="bp Sans" panose="020B0504010101010104" pitchFamily="34" charset="77"/>
          <a:cs typeface="bp Sans" panose="020B0504010101010104" pitchFamily="34" charset="77"/>
        </a:defRPr>
      </a:lvl4pPr>
      <a:lvl5pPr marL="0" indent="0" algn="l" defTabSz="9144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None/>
        <a:defRPr sz="1100" b="0" i="0" kern="1200" baseline="0">
          <a:solidFill>
            <a:schemeClr val="tx1"/>
          </a:solidFill>
          <a:latin typeface="bp Sans" panose="020B0504010101010104" pitchFamily="34" charset="77"/>
          <a:ea typeface="bp Sans" panose="020B0504010101010104" pitchFamily="34" charset="77"/>
          <a:cs typeface="bp Sans" panose="020B0504010101010104" pitchFamily="34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15">
          <p15:clr>
            <a:srgbClr val="F26B43"/>
          </p15:clr>
        </p15:guide>
        <p15:guide id="4" pos="1974">
          <p15:clr>
            <a:srgbClr val="F26B43"/>
          </p15:clr>
        </p15:guide>
        <p15:guide id="5" pos="2045">
          <p15:clr>
            <a:srgbClr val="F26B43"/>
          </p15:clr>
        </p15:guide>
        <p15:guide id="6" pos="3804">
          <p15:clr>
            <a:srgbClr val="F26B43"/>
          </p15:clr>
        </p15:guide>
        <p15:guide id="7" pos="3875">
          <p15:clr>
            <a:srgbClr val="F26B43"/>
          </p15:clr>
        </p15:guide>
        <p15:guide id="8" pos="5634">
          <p15:clr>
            <a:srgbClr val="F26B43"/>
          </p15:clr>
        </p15:guide>
        <p15:guide id="9" pos="5705">
          <p15:clr>
            <a:srgbClr val="F26B43"/>
          </p15:clr>
        </p15:guide>
        <p15:guide id="10" pos="7464">
          <p15:clr>
            <a:srgbClr val="F26B43"/>
          </p15:clr>
        </p15:guide>
        <p15:guide id="11" orient="horz">
          <p15:clr>
            <a:srgbClr val="F26B43"/>
          </p15:clr>
        </p15:guide>
        <p15:guide id="12" orient="horz" pos="4320">
          <p15:clr>
            <a:srgbClr val="F26B43"/>
          </p15:clr>
        </p15:guide>
        <p15:guide id="13" orient="horz" pos="215">
          <p15:clr>
            <a:srgbClr val="F26B43"/>
          </p15:clr>
        </p15:guide>
        <p15:guide id="14" orient="horz" pos="1134">
          <p15:clr>
            <a:srgbClr val="F26B43"/>
          </p15:clr>
        </p15:guide>
        <p15:guide id="15" orient="horz" pos="1205">
          <p15:clr>
            <a:srgbClr val="F26B43"/>
          </p15:clr>
        </p15:guide>
        <p15:guide id="16" orient="horz" pos="2124">
          <p15:clr>
            <a:srgbClr val="F26B43"/>
          </p15:clr>
        </p15:guide>
        <p15:guide id="17" orient="horz" pos="2195">
          <p15:clr>
            <a:srgbClr val="F26B43"/>
          </p15:clr>
        </p15:guide>
        <p15:guide id="18" orient="horz" pos="3114">
          <p15:clr>
            <a:srgbClr val="F26B43"/>
          </p15:clr>
        </p15:guide>
        <p15:guide id="19" orient="horz" pos="3185">
          <p15:clr>
            <a:srgbClr val="F26B43"/>
          </p15:clr>
        </p15:guide>
        <p15:guide id="20" orient="horz" pos="410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tags" Target="../tags/tag37.xml"/><Relationship Id="rId117" Type="http://schemas.openxmlformats.org/officeDocument/2006/relationships/chart" Target="../charts/chart1.xml"/><Relationship Id="rId21" Type="http://schemas.openxmlformats.org/officeDocument/2006/relationships/tags" Target="../tags/tag32.xml"/><Relationship Id="rId42" Type="http://schemas.openxmlformats.org/officeDocument/2006/relationships/tags" Target="../tags/tag53.xml"/><Relationship Id="rId47" Type="http://schemas.openxmlformats.org/officeDocument/2006/relationships/tags" Target="../tags/tag58.xml"/><Relationship Id="rId63" Type="http://schemas.openxmlformats.org/officeDocument/2006/relationships/tags" Target="../tags/tag74.xml"/><Relationship Id="rId68" Type="http://schemas.openxmlformats.org/officeDocument/2006/relationships/tags" Target="../tags/tag79.xml"/><Relationship Id="rId84" Type="http://schemas.openxmlformats.org/officeDocument/2006/relationships/tags" Target="../tags/tag95.xml"/><Relationship Id="rId89" Type="http://schemas.openxmlformats.org/officeDocument/2006/relationships/tags" Target="../tags/tag100.xml"/><Relationship Id="rId112" Type="http://schemas.openxmlformats.org/officeDocument/2006/relationships/tags" Target="../tags/tag123.xml"/><Relationship Id="rId16" Type="http://schemas.openxmlformats.org/officeDocument/2006/relationships/tags" Target="../tags/tag27.xml"/><Relationship Id="rId107" Type="http://schemas.openxmlformats.org/officeDocument/2006/relationships/tags" Target="../tags/tag118.xml"/><Relationship Id="rId11" Type="http://schemas.openxmlformats.org/officeDocument/2006/relationships/tags" Target="../tags/tag22.xml"/><Relationship Id="rId32" Type="http://schemas.openxmlformats.org/officeDocument/2006/relationships/tags" Target="../tags/tag43.xml"/><Relationship Id="rId37" Type="http://schemas.openxmlformats.org/officeDocument/2006/relationships/tags" Target="../tags/tag48.xml"/><Relationship Id="rId53" Type="http://schemas.openxmlformats.org/officeDocument/2006/relationships/tags" Target="../tags/tag64.xml"/><Relationship Id="rId58" Type="http://schemas.openxmlformats.org/officeDocument/2006/relationships/tags" Target="../tags/tag69.xml"/><Relationship Id="rId74" Type="http://schemas.openxmlformats.org/officeDocument/2006/relationships/tags" Target="../tags/tag85.xml"/><Relationship Id="rId79" Type="http://schemas.openxmlformats.org/officeDocument/2006/relationships/tags" Target="../tags/tag90.xml"/><Relationship Id="rId102" Type="http://schemas.openxmlformats.org/officeDocument/2006/relationships/tags" Target="../tags/tag113.xml"/><Relationship Id="rId123" Type="http://schemas.openxmlformats.org/officeDocument/2006/relationships/chart" Target="../charts/chart7.xml"/><Relationship Id="rId5" Type="http://schemas.openxmlformats.org/officeDocument/2006/relationships/tags" Target="../tags/tag16.xml"/><Relationship Id="rId90" Type="http://schemas.openxmlformats.org/officeDocument/2006/relationships/tags" Target="../tags/tag101.xml"/><Relationship Id="rId95" Type="http://schemas.openxmlformats.org/officeDocument/2006/relationships/tags" Target="../tags/tag106.xml"/><Relationship Id="rId22" Type="http://schemas.openxmlformats.org/officeDocument/2006/relationships/tags" Target="../tags/tag33.xml"/><Relationship Id="rId27" Type="http://schemas.openxmlformats.org/officeDocument/2006/relationships/tags" Target="../tags/tag38.xml"/><Relationship Id="rId43" Type="http://schemas.openxmlformats.org/officeDocument/2006/relationships/tags" Target="../tags/tag54.xml"/><Relationship Id="rId48" Type="http://schemas.openxmlformats.org/officeDocument/2006/relationships/tags" Target="../tags/tag59.xml"/><Relationship Id="rId64" Type="http://schemas.openxmlformats.org/officeDocument/2006/relationships/tags" Target="../tags/tag75.xml"/><Relationship Id="rId69" Type="http://schemas.openxmlformats.org/officeDocument/2006/relationships/tags" Target="../tags/tag80.xml"/><Relationship Id="rId113" Type="http://schemas.openxmlformats.org/officeDocument/2006/relationships/slideLayout" Target="../slideLayouts/slideLayout4.xml"/><Relationship Id="rId118" Type="http://schemas.openxmlformats.org/officeDocument/2006/relationships/chart" Target="../charts/chart2.xml"/><Relationship Id="rId80" Type="http://schemas.openxmlformats.org/officeDocument/2006/relationships/tags" Target="../tags/tag91.xml"/><Relationship Id="rId85" Type="http://schemas.openxmlformats.org/officeDocument/2006/relationships/tags" Target="../tags/tag96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33" Type="http://schemas.openxmlformats.org/officeDocument/2006/relationships/tags" Target="../tags/tag44.xml"/><Relationship Id="rId38" Type="http://schemas.openxmlformats.org/officeDocument/2006/relationships/tags" Target="../tags/tag49.xml"/><Relationship Id="rId59" Type="http://schemas.openxmlformats.org/officeDocument/2006/relationships/tags" Target="../tags/tag70.xml"/><Relationship Id="rId103" Type="http://schemas.openxmlformats.org/officeDocument/2006/relationships/tags" Target="../tags/tag114.xml"/><Relationship Id="rId108" Type="http://schemas.openxmlformats.org/officeDocument/2006/relationships/tags" Target="../tags/tag119.xml"/><Relationship Id="rId124" Type="http://schemas.openxmlformats.org/officeDocument/2006/relationships/chart" Target="../charts/chart8.xml"/><Relationship Id="rId54" Type="http://schemas.openxmlformats.org/officeDocument/2006/relationships/tags" Target="../tags/tag65.xml"/><Relationship Id="rId70" Type="http://schemas.openxmlformats.org/officeDocument/2006/relationships/tags" Target="../tags/tag81.xml"/><Relationship Id="rId75" Type="http://schemas.openxmlformats.org/officeDocument/2006/relationships/tags" Target="../tags/tag86.xml"/><Relationship Id="rId91" Type="http://schemas.openxmlformats.org/officeDocument/2006/relationships/tags" Target="../tags/tag102.xml"/><Relationship Id="rId96" Type="http://schemas.openxmlformats.org/officeDocument/2006/relationships/tags" Target="../tags/tag107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23" Type="http://schemas.openxmlformats.org/officeDocument/2006/relationships/tags" Target="../tags/tag34.xml"/><Relationship Id="rId28" Type="http://schemas.openxmlformats.org/officeDocument/2006/relationships/tags" Target="../tags/tag39.xml"/><Relationship Id="rId49" Type="http://schemas.openxmlformats.org/officeDocument/2006/relationships/tags" Target="../tags/tag60.xml"/><Relationship Id="rId114" Type="http://schemas.openxmlformats.org/officeDocument/2006/relationships/notesSlide" Target="../notesSlides/notesSlide1.xml"/><Relationship Id="rId119" Type="http://schemas.openxmlformats.org/officeDocument/2006/relationships/chart" Target="../charts/chart3.xml"/><Relationship Id="rId44" Type="http://schemas.openxmlformats.org/officeDocument/2006/relationships/tags" Target="../tags/tag55.xml"/><Relationship Id="rId60" Type="http://schemas.openxmlformats.org/officeDocument/2006/relationships/tags" Target="../tags/tag71.xml"/><Relationship Id="rId65" Type="http://schemas.openxmlformats.org/officeDocument/2006/relationships/tags" Target="../tags/tag76.xml"/><Relationship Id="rId81" Type="http://schemas.openxmlformats.org/officeDocument/2006/relationships/tags" Target="../tags/tag92.xml"/><Relationship Id="rId86" Type="http://schemas.openxmlformats.org/officeDocument/2006/relationships/tags" Target="../tags/tag97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3" Type="http://schemas.openxmlformats.org/officeDocument/2006/relationships/tags" Target="../tags/tag24.xml"/><Relationship Id="rId18" Type="http://schemas.openxmlformats.org/officeDocument/2006/relationships/tags" Target="../tags/tag29.xml"/><Relationship Id="rId39" Type="http://schemas.openxmlformats.org/officeDocument/2006/relationships/tags" Target="../tags/tag50.xml"/><Relationship Id="rId109" Type="http://schemas.openxmlformats.org/officeDocument/2006/relationships/tags" Target="../tags/tag120.xml"/><Relationship Id="rId34" Type="http://schemas.openxmlformats.org/officeDocument/2006/relationships/tags" Target="../tags/tag45.xml"/><Relationship Id="rId50" Type="http://schemas.openxmlformats.org/officeDocument/2006/relationships/tags" Target="../tags/tag61.xml"/><Relationship Id="rId55" Type="http://schemas.openxmlformats.org/officeDocument/2006/relationships/tags" Target="../tags/tag66.xml"/><Relationship Id="rId76" Type="http://schemas.openxmlformats.org/officeDocument/2006/relationships/tags" Target="../tags/tag87.xml"/><Relationship Id="rId97" Type="http://schemas.openxmlformats.org/officeDocument/2006/relationships/tags" Target="../tags/tag108.xml"/><Relationship Id="rId104" Type="http://schemas.openxmlformats.org/officeDocument/2006/relationships/tags" Target="../tags/tag115.xml"/><Relationship Id="rId120" Type="http://schemas.openxmlformats.org/officeDocument/2006/relationships/chart" Target="../charts/chart4.xml"/><Relationship Id="rId7" Type="http://schemas.openxmlformats.org/officeDocument/2006/relationships/tags" Target="../tags/tag18.xml"/><Relationship Id="rId71" Type="http://schemas.openxmlformats.org/officeDocument/2006/relationships/tags" Target="../tags/tag82.xml"/><Relationship Id="rId92" Type="http://schemas.openxmlformats.org/officeDocument/2006/relationships/tags" Target="../tags/tag103.xml"/><Relationship Id="rId2" Type="http://schemas.openxmlformats.org/officeDocument/2006/relationships/tags" Target="../tags/tag13.xml"/><Relationship Id="rId29" Type="http://schemas.openxmlformats.org/officeDocument/2006/relationships/tags" Target="../tags/tag40.xml"/><Relationship Id="rId24" Type="http://schemas.openxmlformats.org/officeDocument/2006/relationships/tags" Target="../tags/tag35.xml"/><Relationship Id="rId40" Type="http://schemas.openxmlformats.org/officeDocument/2006/relationships/tags" Target="../tags/tag51.xml"/><Relationship Id="rId45" Type="http://schemas.openxmlformats.org/officeDocument/2006/relationships/tags" Target="../tags/tag56.xml"/><Relationship Id="rId66" Type="http://schemas.openxmlformats.org/officeDocument/2006/relationships/tags" Target="../tags/tag77.xml"/><Relationship Id="rId87" Type="http://schemas.openxmlformats.org/officeDocument/2006/relationships/tags" Target="../tags/tag98.xml"/><Relationship Id="rId110" Type="http://schemas.openxmlformats.org/officeDocument/2006/relationships/tags" Target="../tags/tag121.xml"/><Relationship Id="rId115" Type="http://schemas.openxmlformats.org/officeDocument/2006/relationships/oleObject" Target="../embeddings/oleObject11.bin"/><Relationship Id="rId61" Type="http://schemas.openxmlformats.org/officeDocument/2006/relationships/tags" Target="../tags/tag72.xml"/><Relationship Id="rId82" Type="http://schemas.openxmlformats.org/officeDocument/2006/relationships/tags" Target="../tags/tag93.xml"/><Relationship Id="rId19" Type="http://schemas.openxmlformats.org/officeDocument/2006/relationships/tags" Target="../tags/tag30.xml"/><Relationship Id="rId14" Type="http://schemas.openxmlformats.org/officeDocument/2006/relationships/tags" Target="../tags/tag25.xml"/><Relationship Id="rId30" Type="http://schemas.openxmlformats.org/officeDocument/2006/relationships/tags" Target="../tags/tag41.xml"/><Relationship Id="rId35" Type="http://schemas.openxmlformats.org/officeDocument/2006/relationships/tags" Target="../tags/tag46.xml"/><Relationship Id="rId56" Type="http://schemas.openxmlformats.org/officeDocument/2006/relationships/tags" Target="../tags/tag67.xml"/><Relationship Id="rId77" Type="http://schemas.openxmlformats.org/officeDocument/2006/relationships/tags" Target="../tags/tag88.xml"/><Relationship Id="rId100" Type="http://schemas.openxmlformats.org/officeDocument/2006/relationships/tags" Target="../tags/tag111.xml"/><Relationship Id="rId105" Type="http://schemas.openxmlformats.org/officeDocument/2006/relationships/tags" Target="../tags/tag116.xml"/><Relationship Id="rId8" Type="http://schemas.openxmlformats.org/officeDocument/2006/relationships/tags" Target="../tags/tag19.xml"/><Relationship Id="rId51" Type="http://schemas.openxmlformats.org/officeDocument/2006/relationships/tags" Target="../tags/tag62.xml"/><Relationship Id="rId72" Type="http://schemas.openxmlformats.org/officeDocument/2006/relationships/tags" Target="../tags/tag83.xml"/><Relationship Id="rId93" Type="http://schemas.openxmlformats.org/officeDocument/2006/relationships/tags" Target="../tags/tag104.xml"/><Relationship Id="rId98" Type="http://schemas.openxmlformats.org/officeDocument/2006/relationships/tags" Target="../tags/tag109.xml"/><Relationship Id="rId121" Type="http://schemas.openxmlformats.org/officeDocument/2006/relationships/chart" Target="../charts/chart5.xml"/><Relationship Id="rId3" Type="http://schemas.openxmlformats.org/officeDocument/2006/relationships/tags" Target="../tags/tag14.xml"/><Relationship Id="rId25" Type="http://schemas.openxmlformats.org/officeDocument/2006/relationships/tags" Target="../tags/tag36.xml"/><Relationship Id="rId46" Type="http://schemas.openxmlformats.org/officeDocument/2006/relationships/tags" Target="../tags/tag57.xml"/><Relationship Id="rId67" Type="http://schemas.openxmlformats.org/officeDocument/2006/relationships/tags" Target="../tags/tag78.xml"/><Relationship Id="rId116" Type="http://schemas.openxmlformats.org/officeDocument/2006/relationships/image" Target="../media/image1.emf"/><Relationship Id="rId20" Type="http://schemas.openxmlformats.org/officeDocument/2006/relationships/tags" Target="../tags/tag31.xml"/><Relationship Id="rId41" Type="http://schemas.openxmlformats.org/officeDocument/2006/relationships/tags" Target="../tags/tag52.xml"/><Relationship Id="rId62" Type="http://schemas.openxmlformats.org/officeDocument/2006/relationships/tags" Target="../tags/tag73.xml"/><Relationship Id="rId83" Type="http://schemas.openxmlformats.org/officeDocument/2006/relationships/tags" Target="../tags/tag94.xml"/><Relationship Id="rId88" Type="http://schemas.openxmlformats.org/officeDocument/2006/relationships/tags" Target="../tags/tag99.xml"/><Relationship Id="rId111" Type="http://schemas.openxmlformats.org/officeDocument/2006/relationships/tags" Target="../tags/tag122.xml"/><Relationship Id="rId15" Type="http://schemas.openxmlformats.org/officeDocument/2006/relationships/tags" Target="../tags/tag26.xml"/><Relationship Id="rId36" Type="http://schemas.openxmlformats.org/officeDocument/2006/relationships/tags" Target="../tags/tag47.xml"/><Relationship Id="rId57" Type="http://schemas.openxmlformats.org/officeDocument/2006/relationships/tags" Target="../tags/tag68.xml"/><Relationship Id="rId106" Type="http://schemas.openxmlformats.org/officeDocument/2006/relationships/tags" Target="../tags/tag117.xml"/><Relationship Id="rId10" Type="http://schemas.openxmlformats.org/officeDocument/2006/relationships/tags" Target="../tags/tag21.xml"/><Relationship Id="rId31" Type="http://schemas.openxmlformats.org/officeDocument/2006/relationships/tags" Target="../tags/tag42.xml"/><Relationship Id="rId52" Type="http://schemas.openxmlformats.org/officeDocument/2006/relationships/tags" Target="../tags/tag63.xml"/><Relationship Id="rId73" Type="http://schemas.openxmlformats.org/officeDocument/2006/relationships/tags" Target="../tags/tag84.xml"/><Relationship Id="rId78" Type="http://schemas.openxmlformats.org/officeDocument/2006/relationships/tags" Target="../tags/tag89.xml"/><Relationship Id="rId94" Type="http://schemas.openxmlformats.org/officeDocument/2006/relationships/tags" Target="../tags/tag105.xml"/><Relationship Id="rId99" Type="http://schemas.openxmlformats.org/officeDocument/2006/relationships/tags" Target="../tags/tag110.xml"/><Relationship Id="rId101" Type="http://schemas.openxmlformats.org/officeDocument/2006/relationships/tags" Target="../tags/tag112.xml"/><Relationship Id="rId122" Type="http://schemas.openxmlformats.org/officeDocument/2006/relationships/chart" Target="../charts/char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2.bin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tags" Target="../tags/tag151.xml"/><Relationship Id="rId117" Type="http://schemas.openxmlformats.org/officeDocument/2006/relationships/chart" Target="../charts/chart10.xml"/><Relationship Id="rId21" Type="http://schemas.openxmlformats.org/officeDocument/2006/relationships/tags" Target="../tags/tag146.xml"/><Relationship Id="rId42" Type="http://schemas.openxmlformats.org/officeDocument/2006/relationships/tags" Target="../tags/tag167.xml"/><Relationship Id="rId47" Type="http://schemas.openxmlformats.org/officeDocument/2006/relationships/tags" Target="../tags/tag172.xml"/><Relationship Id="rId63" Type="http://schemas.openxmlformats.org/officeDocument/2006/relationships/tags" Target="../tags/tag188.xml"/><Relationship Id="rId68" Type="http://schemas.openxmlformats.org/officeDocument/2006/relationships/tags" Target="../tags/tag193.xml"/><Relationship Id="rId84" Type="http://schemas.openxmlformats.org/officeDocument/2006/relationships/tags" Target="../tags/tag209.xml"/><Relationship Id="rId89" Type="http://schemas.openxmlformats.org/officeDocument/2006/relationships/tags" Target="../tags/tag214.xml"/><Relationship Id="rId112" Type="http://schemas.openxmlformats.org/officeDocument/2006/relationships/slideLayout" Target="../slideLayouts/slideLayout4.xml"/><Relationship Id="rId16" Type="http://schemas.openxmlformats.org/officeDocument/2006/relationships/tags" Target="../tags/tag141.xml"/><Relationship Id="rId107" Type="http://schemas.openxmlformats.org/officeDocument/2006/relationships/tags" Target="../tags/tag232.xml"/><Relationship Id="rId11" Type="http://schemas.openxmlformats.org/officeDocument/2006/relationships/tags" Target="../tags/tag136.xml"/><Relationship Id="rId32" Type="http://schemas.openxmlformats.org/officeDocument/2006/relationships/tags" Target="../tags/tag157.xml"/><Relationship Id="rId37" Type="http://schemas.openxmlformats.org/officeDocument/2006/relationships/tags" Target="../tags/tag162.xml"/><Relationship Id="rId53" Type="http://schemas.openxmlformats.org/officeDocument/2006/relationships/tags" Target="../tags/tag178.xml"/><Relationship Id="rId58" Type="http://schemas.openxmlformats.org/officeDocument/2006/relationships/tags" Target="../tags/tag183.xml"/><Relationship Id="rId74" Type="http://schemas.openxmlformats.org/officeDocument/2006/relationships/tags" Target="../tags/tag199.xml"/><Relationship Id="rId79" Type="http://schemas.openxmlformats.org/officeDocument/2006/relationships/tags" Target="../tags/tag204.xml"/><Relationship Id="rId102" Type="http://schemas.openxmlformats.org/officeDocument/2006/relationships/tags" Target="../tags/tag227.xml"/><Relationship Id="rId123" Type="http://schemas.openxmlformats.org/officeDocument/2006/relationships/chart" Target="../charts/chart16.xml"/><Relationship Id="rId5" Type="http://schemas.openxmlformats.org/officeDocument/2006/relationships/tags" Target="../tags/tag130.xml"/><Relationship Id="rId90" Type="http://schemas.openxmlformats.org/officeDocument/2006/relationships/tags" Target="../tags/tag215.xml"/><Relationship Id="rId95" Type="http://schemas.openxmlformats.org/officeDocument/2006/relationships/tags" Target="../tags/tag220.xml"/><Relationship Id="rId22" Type="http://schemas.openxmlformats.org/officeDocument/2006/relationships/tags" Target="../tags/tag147.xml"/><Relationship Id="rId27" Type="http://schemas.openxmlformats.org/officeDocument/2006/relationships/tags" Target="../tags/tag152.xml"/><Relationship Id="rId43" Type="http://schemas.openxmlformats.org/officeDocument/2006/relationships/tags" Target="../tags/tag168.xml"/><Relationship Id="rId48" Type="http://schemas.openxmlformats.org/officeDocument/2006/relationships/tags" Target="../tags/tag173.xml"/><Relationship Id="rId64" Type="http://schemas.openxmlformats.org/officeDocument/2006/relationships/tags" Target="../tags/tag189.xml"/><Relationship Id="rId69" Type="http://schemas.openxmlformats.org/officeDocument/2006/relationships/tags" Target="../tags/tag194.xml"/><Relationship Id="rId113" Type="http://schemas.openxmlformats.org/officeDocument/2006/relationships/notesSlide" Target="../notesSlides/notesSlide3.xml"/><Relationship Id="rId118" Type="http://schemas.openxmlformats.org/officeDocument/2006/relationships/chart" Target="../charts/chart11.xml"/><Relationship Id="rId80" Type="http://schemas.openxmlformats.org/officeDocument/2006/relationships/tags" Target="../tags/tag205.xml"/><Relationship Id="rId85" Type="http://schemas.openxmlformats.org/officeDocument/2006/relationships/tags" Target="../tags/tag210.xml"/><Relationship Id="rId12" Type="http://schemas.openxmlformats.org/officeDocument/2006/relationships/tags" Target="../tags/tag137.xml"/><Relationship Id="rId17" Type="http://schemas.openxmlformats.org/officeDocument/2006/relationships/tags" Target="../tags/tag142.xml"/><Relationship Id="rId33" Type="http://schemas.openxmlformats.org/officeDocument/2006/relationships/tags" Target="../tags/tag158.xml"/><Relationship Id="rId38" Type="http://schemas.openxmlformats.org/officeDocument/2006/relationships/tags" Target="../tags/tag163.xml"/><Relationship Id="rId59" Type="http://schemas.openxmlformats.org/officeDocument/2006/relationships/tags" Target="../tags/tag184.xml"/><Relationship Id="rId103" Type="http://schemas.openxmlformats.org/officeDocument/2006/relationships/tags" Target="../tags/tag228.xml"/><Relationship Id="rId108" Type="http://schemas.openxmlformats.org/officeDocument/2006/relationships/tags" Target="../tags/tag233.xml"/><Relationship Id="rId54" Type="http://schemas.openxmlformats.org/officeDocument/2006/relationships/tags" Target="../tags/tag179.xml"/><Relationship Id="rId70" Type="http://schemas.openxmlformats.org/officeDocument/2006/relationships/tags" Target="../tags/tag195.xml"/><Relationship Id="rId75" Type="http://schemas.openxmlformats.org/officeDocument/2006/relationships/tags" Target="../tags/tag200.xml"/><Relationship Id="rId91" Type="http://schemas.openxmlformats.org/officeDocument/2006/relationships/tags" Target="../tags/tag216.xml"/><Relationship Id="rId96" Type="http://schemas.openxmlformats.org/officeDocument/2006/relationships/tags" Target="../tags/tag221.xml"/><Relationship Id="rId1" Type="http://schemas.openxmlformats.org/officeDocument/2006/relationships/tags" Target="../tags/tag126.xml"/><Relationship Id="rId6" Type="http://schemas.openxmlformats.org/officeDocument/2006/relationships/tags" Target="../tags/tag131.xml"/><Relationship Id="rId23" Type="http://schemas.openxmlformats.org/officeDocument/2006/relationships/tags" Target="../tags/tag148.xml"/><Relationship Id="rId28" Type="http://schemas.openxmlformats.org/officeDocument/2006/relationships/tags" Target="../tags/tag153.xml"/><Relationship Id="rId49" Type="http://schemas.openxmlformats.org/officeDocument/2006/relationships/tags" Target="../tags/tag174.xml"/><Relationship Id="rId114" Type="http://schemas.openxmlformats.org/officeDocument/2006/relationships/oleObject" Target="../embeddings/oleObject13.bin"/><Relationship Id="rId119" Type="http://schemas.openxmlformats.org/officeDocument/2006/relationships/chart" Target="../charts/chart12.xml"/><Relationship Id="rId44" Type="http://schemas.openxmlformats.org/officeDocument/2006/relationships/tags" Target="../tags/tag169.xml"/><Relationship Id="rId60" Type="http://schemas.openxmlformats.org/officeDocument/2006/relationships/tags" Target="../tags/tag185.xml"/><Relationship Id="rId65" Type="http://schemas.openxmlformats.org/officeDocument/2006/relationships/tags" Target="../tags/tag190.xml"/><Relationship Id="rId81" Type="http://schemas.openxmlformats.org/officeDocument/2006/relationships/tags" Target="../tags/tag206.xml"/><Relationship Id="rId86" Type="http://schemas.openxmlformats.org/officeDocument/2006/relationships/tags" Target="../tags/tag211.xml"/><Relationship Id="rId4" Type="http://schemas.openxmlformats.org/officeDocument/2006/relationships/tags" Target="../tags/tag129.xml"/><Relationship Id="rId9" Type="http://schemas.openxmlformats.org/officeDocument/2006/relationships/tags" Target="../tags/tag134.xml"/><Relationship Id="rId13" Type="http://schemas.openxmlformats.org/officeDocument/2006/relationships/tags" Target="../tags/tag138.xml"/><Relationship Id="rId18" Type="http://schemas.openxmlformats.org/officeDocument/2006/relationships/tags" Target="../tags/tag143.xml"/><Relationship Id="rId39" Type="http://schemas.openxmlformats.org/officeDocument/2006/relationships/tags" Target="../tags/tag164.xml"/><Relationship Id="rId109" Type="http://schemas.openxmlformats.org/officeDocument/2006/relationships/tags" Target="../tags/tag234.xml"/><Relationship Id="rId34" Type="http://schemas.openxmlformats.org/officeDocument/2006/relationships/tags" Target="../tags/tag159.xml"/><Relationship Id="rId50" Type="http://schemas.openxmlformats.org/officeDocument/2006/relationships/tags" Target="../tags/tag175.xml"/><Relationship Id="rId55" Type="http://schemas.openxmlformats.org/officeDocument/2006/relationships/tags" Target="../tags/tag180.xml"/><Relationship Id="rId76" Type="http://schemas.openxmlformats.org/officeDocument/2006/relationships/tags" Target="../tags/tag201.xml"/><Relationship Id="rId97" Type="http://schemas.openxmlformats.org/officeDocument/2006/relationships/tags" Target="../tags/tag222.xml"/><Relationship Id="rId104" Type="http://schemas.openxmlformats.org/officeDocument/2006/relationships/tags" Target="../tags/tag229.xml"/><Relationship Id="rId120" Type="http://schemas.openxmlformats.org/officeDocument/2006/relationships/chart" Target="../charts/chart13.xml"/><Relationship Id="rId7" Type="http://schemas.openxmlformats.org/officeDocument/2006/relationships/tags" Target="../tags/tag132.xml"/><Relationship Id="rId71" Type="http://schemas.openxmlformats.org/officeDocument/2006/relationships/tags" Target="../tags/tag196.xml"/><Relationship Id="rId92" Type="http://schemas.openxmlformats.org/officeDocument/2006/relationships/tags" Target="../tags/tag217.xml"/><Relationship Id="rId2" Type="http://schemas.openxmlformats.org/officeDocument/2006/relationships/tags" Target="../tags/tag127.xml"/><Relationship Id="rId29" Type="http://schemas.openxmlformats.org/officeDocument/2006/relationships/tags" Target="../tags/tag154.xml"/><Relationship Id="rId24" Type="http://schemas.openxmlformats.org/officeDocument/2006/relationships/tags" Target="../tags/tag149.xml"/><Relationship Id="rId40" Type="http://schemas.openxmlformats.org/officeDocument/2006/relationships/tags" Target="../tags/tag165.xml"/><Relationship Id="rId45" Type="http://schemas.openxmlformats.org/officeDocument/2006/relationships/tags" Target="../tags/tag170.xml"/><Relationship Id="rId66" Type="http://schemas.openxmlformats.org/officeDocument/2006/relationships/tags" Target="../tags/tag191.xml"/><Relationship Id="rId87" Type="http://schemas.openxmlformats.org/officeDocument/2006/relationships/tags" Target="../tags/tag212.xml"/><Relationship Id="rId110" Type="http://schemas.openxmlformats.org/officeDocument/2006/relationships/tags" Target="../tags/tag235.xml"/><Relationship Id="rId115" Type="http://schemas.openxmlformats.org/officeDocument/2006/relationships/image" Target="../media/image1.emf"/><Relationship Id="rId61" Type="http://schemas.openxmlformats.org/officeDocument/2006/relationships/tags" Target="../tags/tag186.xml"/><Relationship Id="rId82" Type="http://schemas.openxmlformats.org/officeDocument/2006/relationships/tags" Target="../tags/tag207.xml"/><Relationship Id="rId19" Type="http://schemas.openxmlformats.org/officeDocument/2006/relationships/tags" Target="../tags/tag144.xml"/><Relationship Id="rId14" Type="http://schemas.openxmlformats.org/officeDocument/2006/relationships/tags" Target="../tags/tag139.xml"/><Relationship Id="rId30" Type="http://schemas.openxmlformats.org/officeDocument/2006/relationships/tags" Target="../tags/tag155.xml"/><Relationship Id="rId35" Type="http://schemas.openxmlformats.org/officeDocument/2006/relationships/tags" Target="../tags/tag160.xml"/><Relationship Id="rId56" Type="http://schemas.openxmlformats.org/officeDocument/2006/relationships/tags" Target="../tags/tag181.xml"/><Relationship Id="rId77" Type="http://schemas.openxmlformats.org/officeDocument/2006/relationships/tags" Target="../tags/tag202.xml"/><Relationship Id="rId100" Type="http://schemas.openxmlformats.org/officeDocument/2006/relationships/tags" Target="../tags/tag225.xml"/><Relationship Id="rId105" Type="http://schemas.openxmlformats.org/officeDocument/2006/relationships/tags" Target="../tags/tag230.xml"/><Relationship Id="rId8" Type="http://schemas.openxmlformats.org/officeDocument/2006/relationships/tags" Target="../tags/tag133.xml"/><Relationship Id="rId51" Type="http://schemas.openxmlformats.org/officeDocument/2006/relationships/tags" Target="../tags/tag176.xml"/><Relationship Id="rId72" Type="http://schemas.openxmlformats.org/officeDocument/2006/relationships/tags" Target="../tags/tag197.xml"/><Relationship Id="rId93" Type="http://schemas.openxmlformats.org/officeDocument/2006/relationships/tags" Target="../tags/tag218.xml"/><Relationship Id="rId98" Type="http://schemas.openxmlformats.org/officeDocument/2006/relationships/tags" Target="../tags/tag223.xml"/><Relationship Id="rId121" Type="http://schemas.openxmlformats.org/officeDocument/2006/relationships/chart" Target="../charts/chart14.xml"/><Relationship Id="rId3" Type="http://schemas.openxmlformats.org/officeDocument/2006/relationships/tags" Target="../tags/tag128.xml"/><Relationship Id="rId25" Type="http://schemas.openxmlformats.org/officeDocument/2006/relationships/tags" Target="../tags/tag150.xml"/><Relationship Id="rId46" Type="http://schemas.openxmlformats.org/officeDocument/2006/relationships/tags" Target="../tags/tag171.xml"/><Relationship Id="rId67" Type="http://schemas.openxmlformats.org/officeDocument/2006/relationships/tags" Target="../tags/tag192.xml"/><Relationship Id="rId116" Type="http://schemas.openxmlformats.org/officeDocument/2006/relationships/chart" Target="../charts/chart9.xml"/><Relationship Id="rId20" Type="http://schemas.openxmlformats.org/officeDocument/2006/relationships/tags" Target="../tags/tag145.xml"/><Relationship Id="rId41" Type="http://schemas.openxmlformats.org/officeDocument/2006/relationships/tags" Target="../tags/tag166.xml"/><Relationship Id="rId62" Type="http://schemas.openxmlformats.org/officeDocument/2006/relationships/tags" Target="../tags/tag187.xml"/><Relationship Id="rId83" Type="http://schemas.openxmlformats.org/officeDocument/2006/relationships/tags" Target="../tags/tag208.xml"/><Relationship Id="rId88" Type="http://schemas.openxmlformats.org/officeDocument/2006/relationships/tags" Target="../tags/tag213.xml"/><Relationship Id="rId111" Type="http://schemas.openxmlformats.org/officeDocument/2006/relationships/tags" Target="../tags/tag236.xml"/><Relationship Id="rId15" Type="http://schemas.openxmlformats.org/officeDocument/2006/relationships/tags" Target="../tags/tag140.xml"/><Relationship Id="rId36" Type="http://schemas.openxmlformats.org/officeDocument/2006/relationships/tags" Target="../tags/tag161.xml"/><Relationship Id="rId57" Type="http://schemas.openxmlformats.org/officeDocument/2006/relationships/tags" Target="../tags/tag182.xml"/><Relationship Id="rId106" Type="http://schemas.openxmlformats.org/officeDocument/2006/relationships/tags" Target="../tags/tag231.xml"/><Relationship Id="rId10" Type="http://schemas.openxmlformats.org/officeDocument/2006/relationships/tags" Target="../tags/tag135.xml"/><Relationship Id="rId31" Type="http://schemas.openxmlformats.org/officeDocument/2006/relationships/tags" Target="../tags/tag156.xml"/><Relationship Id="rId52" Type="http://schemas.openxmlformats.org/officeDocument/2006/relationships/tags" Target="../tags/tag177.xml"/><Relationship Id="rId73" Type="http://schemas.openxmlformats.org/officeDocument/2006/relationships/tags" Target="../tags/tag198.xml"/><Relationship Id="rId78" Type="http://schemas.openxmlformats.org/officeDocument/2006/relationships/tags" Target="../tags/tag203.xml"/><Relationship Id="rId94" Type="http://schemas.openxmlformats.org/officeDocument/2006/relationships/tags" Target="../tags/tag219.xml"/><Relationship Id="rId99" Type="http://schemas.openxmlformats.org/officeDocument/2006/relationships/tags" Target="../tags/tag224.xml"/><Relationship Id="rId101" Type="http://schemas.openxmlformats.org/officeDocument/2006/relationships/tags" Target="../tags/tag226.xml"/><Relationship Id="rId122" Type="http://schemas.openxmlformats.org/officeDocument/2006/relationships/chart" Target="../charts/chart15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tags" Target="../tags/tag262.xml"/><Relationship Id="rId117" Type="http://schemas.openxmlformats.org/officeDocument/2006/relationships/oleObject" Target="../embeddings/oleObject14.bin"/><Relationship Id="rId21" Type="http://schemas.openxmlformats.org/officeDocument/2006/relationships/tags" Target="../tags/tag257.xml"/><Relationship Id="rId42" Type="http://schemas.openxmlformats.org/officeDocument/2006/relationships/tags" Target="../tags/tag278.xml"/><Relationship Id="rId47" Type="http://schemas.openxmlformats.org/officeDocument/2006/relationships/tags" Target="../tags/tag283.xml"/><Relationship Id="rId63" Type="http://schemas.openxmlformats.org/officeDocument/2006/relationships/tags" Target="../tags/tag299.xml"/><Relationship Id="rId68" Type="http://schemas.openxmlformats.org/officeDocument/2006/relationships/tags" Target="../tags/tag304.xml"/><Relationship Id="rId84" Type="http://schemas.openxmlformats.org/officeDocument/2006/relationships/tags" Target="../tags/tag320.xml"/><Relationship Id="rId89" Type="http://schemas.openxmlformats.org/officeDocument/2006/relationships/tags" Target="../tags/tag325.xml"/><Relationship Id="rId112" Type="http://schemas.openxmlformats.org/officeDocument/2006/relationships/tags" Target="../tags/tag348.xml"/><Relationship Id="rId16" Type="http://schemas.openxmlformats.org/officeDocument/2006/relationships/tags" Target="../tags/tag252.xml"/><Relationship Id="rId107" Type="http://schemas.openxmlformats.org/officeDocument/2006/relationships/tags" Target="../tags/tag343.xml"/><Relationship Id="rId11" Type="http://schemas.openxmlformats.org/officeDocument/2006/relationships/tags" Target="../tags/tag247.xml"/><Relationship Id="rId32" Type="http://schemas.openxmlformats.org/officeDocument/2006/relationships/tags" Target="../tags/tag268.xml"/><Relationship Id="rId37" Type="http://schemas.openxmlformats.org/officeDocument/2006/relationships/tags" Target="../tags/tag273.xml"/><Relationship Id="rId53" Type="http://schemas.openxmlformats.org/officeDocument/2006/relationships/tags" Target="../tags/tag289.xml"/><Relationship Id="rId58" Type="http://schemas.openxmlformats.org/officeDocument/2006/relationships/tags" Target="../tags/tag294.xml"/><Relationship Id="rId74" Type="http://schemas.openxmlformats.org/officeDocument/2006/relationships/tags" Target="../tags/tag310.xml"/><Relationship Id="rId79" Type="http://schemas.openxmlformats.org/officeDocument/2006/relationships/tags" Target="../tags/tag315.xml"/><Relationship Id="rId102" Type="http://schemas.openxmlformats.org/officeDocument/2006/relationships/tags" Target="../tags/tag338.xml"/><Relationship Id="rId123" Type="http://schemas.openxmlformats.org/officeDocument/2006/relationships/chart" Target="../charts/chart21.xml"/><Relationship Id="rId5" Type="http://schemas.openxmlformats.org/officeDocument/2006/relationships/tags" Target="../tags/tag241.xml"/><Relationship Id="rId90" Type="http://schemas.openxmlformats.org/officeDocument/2006/relationships/tags" Target="../tags/tag326.xml"/><Relationship Id="rId95" Type="http://schemas.openxmlformats.org/officeDocument/2006/relationships/tags" Target="../tags/tag331.xml"/><Relationship Id="rId22" Type="http://schemas.openxmlformats.org/officeDocument/2006/relationships/tags" Target="../tags/tag258.xml"/><Relationship Id="rId27" Type="http://schemas.openxmlformats.org/officeDocument/2006/relationships/tags" Target="../tags/tag263.xml"/><Relationship Id="rId43" Type="http://schemas.openxmlformats.org/officeDocument/2006/relationships/tags" Target="../tags/tag279.xml"/><Relationship Id="rId48" Type="http://schemas.openxmlformats.org/officeDocument/2006/relationships/tags" Target="../tags/tag284.xml"/><Relationship Id="rId64" Type="http://schemas.openxmlformats.org/officeDocument/2006/relationships/tags" Target="../tags/tag300.xml"/><Relationship Id="rId69" Type="http://schemas.openxmlformats.org/officeDocument/2006/relationships/tags" Target="../tags/tag305.xml"/><Relationship Id="rId113" Type="http://schemas.openxmlformats.org/officeDocument/2006/relationships/tags" Target="../tags/tag349.xml"/><Relationship Id="rId118" Type="http://schemas.openxmlformats.org/officeDocument/2006/relationships/image" Target="../media/image1.emf"/><Relationship Id="rId80" Type="http://schemas.openxmlformats.org/officeDocument/2006/relationships/tags" Target="../tags/tag316.xml"/><Relationship Id="rId85" Type="http://schemas.openxmlformats.org/officeDocument/2006/relationships/tags" Target="../tags/tag321.xml"/><Relationship Id="rId12" Type="http://schemas.openxmlformats.org/officeDocument/2006/relationships/tags" Target="../tags/tag248.xml"/><Relationship Id="rId17" Type="http://schemas.openxmlformats.org/officeDocument/2006/relationships/tags" Target="../tags/tag253.xml"/><Relationship Id="rId33" Type="http://schemas.openxmlformats.org/officeDocument/2006/relationships/tags" Target="../tags/tag269.xml"/><Relationship Id="rId38" Type="http://schemas.openxmlformats.org/officeDocument/2006/relationships/tags" Target="../tags/tag274.xml"/><Relationship Id="rId59" Type="http://schemas.openxmlformats.org/officeDocument/2006/relationships/tags" Target="../tags/tag295.xml"/><Relationship Id="rId103" Type="http://schemas.openxmlformats.org/officeDocument/2006/relationships/tags" Target="../tags/tag339.xml"/><Relationship Id="rId108" Type="http://schemas.openxmlformats.org/officeDocument/2006/relationships/tags" Target="../tags/tag344.xml"/><Relationship Id="rId124" Type="http://schemas.openxmlformats.org/officeDocument/2006/relationships/chart" Target="../charts/chart22.xml"/><Relationship Id="rId54" Type="http://schemas.openxmlformats.org/officeDocument/2006/relationships/tags" Target="../tags/tag290.xml"/><Relationship Id="rId70" Type="http://schemas.openxmlformats.org/officeDocument/2006/relationships/tags" Target="../tags/tag306.xml"/><Relationship Id="rId75" Type="http://schemas.openxmlformats.org/officeDocument/2006/relationships/tags" Target="../tags/tag311.xml"/><Relationship Id="rId91" Type="http://schemas.openxmlformats.org/officeDocument/2006/relationships/tags" Target="../tags/tag327.xml"/><Relationship Id="rId96" Type="http://schemas.openxmlformats.org/officeDocument/2006/relationships/tags" Target="../tags/tag332.xml"/><Relationship Id="rId1" Type="http://schemas.openxmlformats.org/officeDocument/2006/relationships/tags" Target="../tags/tag237.xml"/><Relationship Id="rId6" Type="http://schemas.openxmlformats.org/officeDocument/2006/relationships/tags" Target="../tags/tag242.xml"/><Relationship Id="rId23" Type="http://schemas.openxmlformats.org/officeDocument/2006/relationships/tags" Target="../tags/tag259.xml"/><Relationship Id="rId28" Type="http://schemas.openxmlformats.org/officeDocument/2006/relationships/tags" Target="../tags/tag264.xml"/><Relationship Id="rId49" Type="http://schemas.openxmlformats.org/officeDocument/2006/relationships/tags" Target="../tags/tag285.xml"/><Relationship Id="rId114" Type="http://schemas.openxmlformats.org/officeDocument/2006/relationships/tags" Target="../tags/tag350.xml"/><Relationship Id="rId119" Type="http://schemas.openxmlformats.org/officeDocument/2006/relationships/chart" Target="../charts/chart17.xml"/><Relationship Id="rId44" Type="http://schemas.openxmlformats.org/officeDocument/2006/relationships/tags" Target="../tags/tag280.xml"/><Relationship Id="rId60" Type="http://schemas.openxmlformats.org/officeDocument/2006/relationships/tags" Target="../tags/tag296.xml"/><Relationship Id="rId65" Type="http://schemas.openxmlformats.org/officeDocument/2006/relationships/tags" Target="../tags/tag301.xml"/><Relationship Id="rId81" Type="http://schemas.openxmlformats.org/officeDocument/2006/relationships/tags" Target="../tags/tag317.xml"/><Relationship Id="rId86" Type="http://schemas.openxmlformats.org/officeDocument/2006/relationships/tags" Target="../tags/tag322.xml"/><Relationship Id="rId13" Type="http://schemas.openxmlformats.org/officeDocument/2006/relationships/tags" Target="../tags/tag249.xml"/><Relationship Id="rId18" Type="http://schemas.openxmlformats.org/officeDocument/2006/relationships/tags" Target="../tags/tag254.xml"/><Relationship Id="rId39" Type="http://schemas.openxmlformats.org/officeDocument/2006/relationships/tags" Target="../tags/tag275.xml"/><Relationship Id="rId109" Type="http://schemas.openxmlformats.org/officeDocument/2006/relationships/tags" Target="../tags/tag345.xml"/><Relationship Id="rId34" Type="http://schemas.openxmlformats.org/officeDocument/2006/relationships/tags" Target="../tags/tag270.xml"/><Relationship Id="rId50" Type="http://schemas.openxmlformats.org/officeDocument/2006/relationships/tags" Target="../tags/tag286.xml"/><Relationship Id="rId55" Type="http://schemas.openxmlformats.org/officeDocument/2006/relationships/tags" Target="../tags/tag291.xml"/><Relationship Id="rId76" Type="http://schemas.openxmlformats.org/officeDocument/2006/relationships/tags" Target="../tags/tag312.xml"/><Relationship Id="rId97" Type="http://schemas.openxmlformats.org/officeDocument/2006/relationships/tags" Target="../tags/tag333.xml"/><Relationship Id="rId104" Type="http://schemas.openxmlformats.org/officeDocument/2006/relationships/tags" Target="../tags/tag340.xml"/><Relationship Id="rId120" Type="http://schemas.openxmlformats.org/officeDocument/2006/relationships/chart" Target="../charts/chart18.xml"/><Relationship Id="rId125" Type="http://schemas.openxmlformats.org/officeDocument/2006/relationships/chart" Target="../charts/chart23.xml"/><Relationship Id="rId7" Type="http://schemas.openxmlformats.org/officeDocument/2006/relationships/tags" Target="../tags/tag243.xml"/><Relationship Id="rId71" Type="http://schemas.openxmlformats.org/officeDocument/2006/relationships/tags" Target="../tags/tag307.xml"/><Relationship Id="rId92" Type="http://schemas.openxmlformats.org/officeDocument/2006/relationships/tags" Target="../tags/tag328.xml"/><Relationship Id="rId2" Type="http://schemas.openxmlformats.org/officeDocument/2006/relationships/tags" Target="../tags/tag238.xml"/><Relationship Id="rId29" Type="http://schemas.openxmlformats.org/officeDocument/2006/relationships/tags" Target="../tags/tag265.xml"/><Relationship Id="rId24" Type="http://schemas.openxmlformats.org/officeDocument/2006/relationships/tags" Target="../tags/tag260.xml"/><Relationship Id="rId40" Type="http://schemas.openxmlformats.org/officeDocument/2006/relationships/tags" Target="../tags/tag276.xml"/><Relationship Id="rId45" Type="http://schemas.openxmlformats.org/officeDocument/2006/relationships/tags" Target="../tags/tag281.xml"/><Relationship Id="rId66" Type="http://schemas.openxmlformats.org/officeDocument/2006/relationships/tags" Target="../tags/tag302.xml"/><Relationship Id="rId87" Type="http://schemas.openxmlformats.org/officeDocument/2006/relationships/tags" Target="../tags/tag323.xml"/><Relationship Id="rId110" Type="http://schemas.openxmlformats.org/officeDocument/2006/relationships/tags" Target="../tags/tag346.xml"/><Relationship Id="rId115" Type="http://schemas.openxmlformats.org/officeDocument/2006/relationships/slideLayout" Target="../slideLayouts/slideLayout4.xml"/><Relationship Id="rId61" Type="http://schemas.openxmlformats.org/officeDocument/2006/relationships/tags" Target="../tags/tag297.xml"/><Relationship Id="rId82" Type="http://schemas.openxmlformats.org/officeDocument/2006/relationships/tags" Target="../tags/tag318.xml"/><Relationship Id="rId19" Type="http://schemas.openxmlformats.org/officeDocument/2006/relationships/tags" Target="../tags/tag255.xml"/><Relationship Id="rId14" Type="http://schemas.openxmlformats.org/officeDocument/2006/relationships/tags" Target="../tags/tag250.xml"/><Relationship Id="rId30" Type="http://schemas.openxmlformats.org/officeDocument/2006/relationships/tags" Target="../tags/tag266.xml"/><Relationship Id="rId35" Type="http://schemas.openxmlformats.org/officeDocument/2006/relationships/tags" Target="../tags/tag271.xml"/><Relationship Id="rId56" Type="http://schemas.openxmlformats.org/officeDocument/2006/relationships/tags" Target="../tags/tag292.xml"/><Relationship Id="rId77" Type="http://schemas.openxmlformats.org/officeDocument/2006/relationships/tags" Target="../tags/tag313.xml"/><Relationship Id="rId100" Type="http://schemas.openxmlformats.org/officeDocument/2006/relationships/tags" Target="../tags/tag336.xml"/><Relationship Id="rId105" Type="http://schemas.openxmlformats.org/officeDocument/2006/relationships/tags" Target="../tags/tag341.xml"/><Relationship Id="rId126" Type="http://schemas.openxmlformats.org/officeDocument/2006/relationships/chart" Target="../charts/chart24.xml"/><Relationship Id="rId8" Type="http://schemas.openxmlformats.org/officeDocument/2006/relationships/tags" Target="../tags/tag244.xml"/><Relationship Id="rId51" Type="http://schemas.openxmlformats.org/officeDocument/2006/relationships/tags" Target="../tags/tag287.xml"/><Relationship Id="rId72" Type="http://schemas.openxmlformats.org/officeDocument/2006/relationships/tags" Target="../tags/tag308.xml"/><Relationship Id="rId93" Type="http://schemas.openxmlformats.org/officeDocument/2006/relationships/tags" Target="../tags/tag329.xml"/><Relationship Id="rId98" Type="http://schemas.openxmlformats.org/officeDocument/2006/relationships/tags" Target="../tags/tag334.xml"/><Relationship Id="rId121" Type="http://schemas.openxmlformats.org/officeDocument/2006/relationships/chart" Target="../charts/chart19.xml"/><Relationship Id="rId3" Type="http://schemas.openxmlformats.org/officeDocument/2006/relationships/tags" Target="../tags/tag239.xml"/><Relationship Id="rId25" Type="http://schemas.openxmlformats.org/officeDocument/2006/relationships/tags" Target="../tags/tag261.xml"/><Relationship Id="rId46" Type="http://schemas.openxmlformats.org/officeDocument/2006/relationships/tags" Target="../tags/tag282.xml"/><Relationship Id="rId67" Type="http://schemas.openxmlformats.org/officeDocument/2006/relationships/tags" Target="../tags/tag303.xml"/><Relationship Id="rId116" Type="http://schemas.openxmlformats.org/officeDocument/2006/relationships/notesSlide" Target="../notesSlides/notesSlide4.xml"/><Relationship Id="rId20" Type="http://schemas.openxmlformats.org/officeDocument/2006/relationships/tags" Target="../tags/tag256.xml"/><Relationship Id="rId41" Type="http://schemas.openxmlformats.org/officeDocument/2006/relationships/tags" Target="../tags/tag277.xml"/><Relationship Id="rId62" Type="http://schemas.openxmlformats.org/officeDocument/2006/relationships/tags" Target="../tags/tag298.xml"/><Relationship Id="rId83" Type="http://schemas.openxmlformats.org/officeDocument/2006/relationships/tags" Target="../tags/tag319.xml"/><Relationship Id="rId88" Type="http://schemas.openxmlformats.org/officeDocument/2006/relationships/tags" Target="../tags/tag324.xml"/><Relationship Id="rId111" Type="http://schemas.openxmlformats.org/officeDocument/2006/relationships/tags" Target="../tags/tag347.xml"/><Relationship Id="rId15" Type="http://schemas.openxmlformats.org/officeDocument/2006/relationships/tags" Target="../tags/tag251.xml"/><Relationship Id="rId36" Type="http://schemas.openxmlformats.org/officeDocument/2006/relationships/tags" Target="../tags/tag272.xml"/><Relationship Id="rId57" Type="http://schemas.openxmlformats.org/officeDocument/2006/relationships/tags" Target="../tags/tag293.xml"/><Relationship Id="rId106" Type="http://schemas.openxmlformats.org/officeDocument/2006/relationships/tags" Target="../tags/tag342.xml"/><Relationship Id="rId10" Type="http://schemas.openxmlformats.org/officeDocument/2006/relationships/tags" Target="../tags/tag246.xml"/><Relationship Id="rId31" Type="http://schemas.openxmlformats.org/officeDocument/2006/relationships/tags" Target="../tags/tag267.xml"/><Relationship Id="rId52" Type="http://schemas.openxmlformats.org/officeDocument/2006/relationships/tags" Target="../tags/tag288.xml"/><Relationship Id="rId73" Type="http://schemas.openxmlformats.org/officeDocument/2006/relationships/tags" Target="../tags/tag309.xml"/><Relationship Id="rId78" Type="http://schemas.openxmlformats.org/officeDocument/2006/relationships/tags" Target="../tags/tag314.xml"/><Relationship Id="rId94" Type="http://schemas.openxmlformats.org/officeDocument/2006/relationships/tags" Target="../tags/tag330.xml"/><Relationship Id="rId99" Type="http://schemas.openxmlformats.org/officeDocument/2006/relationships/tags" Target="../tags/tag335.xml"/><Relationship Id="rId101" Type="http://schemas.openxmlformats.org/officeDocument/2006/relationships/tags" Target="../tags/tag337.xml"/><Relationship Id="rId122" Type="http://schemas.openxmlformats.org/officeDocument/2006/relationships/chart" Target="../charts/chart20.xml"/><Relationship Id="rId4" Type="http://schemas.openxmlformats.org/officeDocument/2006/relationships/tags" Target="../tags/tag240.xml"/><Relationship Id="rId9" Type="http://schemas.openxmlformats.org/officeDocument/2006/relationships/tags" Target="../tags/tag245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tags" Target="../tags/tag376.xml"/><Relationship Id="rId117" Type="http://schemas.openxmlformats.org/officeDocument/2006/relationships/chart" Target="../charts/chart25.xml"/><Relationship Id="rId21" Type="http://schemas.openxmlformats.org/officeDocument/2006/relationships/tags" Target="../tags/tag371.xml"/><Relationship Id="rId42" Type="http://schemas.openxmlformats.org/officeDocument/2006/relationships/tags" Target="../tags/tag392.xml"/><Relationship Id="rId47" Type="http://schemas.openxmlformats.org/officeDocument/2006/relationships/tags" Target="../tags/tag397.xml"/><Relationship Id="rId63" Type="http://schemas.openxmlformats.org/officeDocument/2006/relationships/tags" Target="../tags/tag413.xml"/><Relationship Id="rId68" Type="http://schemas.openxmlformats.org/officeDocument/2006/relationships/tags" Target="../tags/tag418.xml"/><Relationship Id="rId84" Type="http://schemas.openxmlformats.org/officeDocument/2006/relationships/tags" Target="../tags/tag434.xml"/><Relationship Id="rId89" Type="http://schemas.openxmlformats.org/officeDocument/2006/relationships/tags" Target="../tags/tag439.xml"/><Relationship Id="rId112" Type="http://schemas.openxmlformats.org/officeDocument/2006/relationships/tags" Target="../tags/tag462.xml"/><Relationship Id="rId16" Type="http://schemas.openxmlformats.org/officeDocument/2006/relationships/tags" Target="../tags/tag366.xml"/><Relationship Id="rId107" Type="http://schemas.openxmlformats.org/officeDocument/2006/relationships/tags" Target="../tags/tag457.xml"/><Relationship Id="rId11" Type="http://schemas.openxmlformats.org/officeDocument/2006/relationships/tags" Target="../tags/tag361.xml"/><Relationship Id="rId32" Type="http://schemas.openxmlformats.org/officeDocument/2006/relationships/tags" Target="../tags/tag382.xml"/><Relationship Id="rId37" Type="http://schemas.openxmlformats.org/officeDocument/2006/relationships/tags" Target="../tags/tag387.xml"/><Relationship Id="rId53" Type="http://schemas.openxmlformats.org/officeDocument/2006/relationships/tags" Target="../tags/tag403.xml"/><Relationship Id="rId58" Type="http://schemas.openxmlformats.org/officeDocument/2006/relationships/tags" Target="../tags/tag408.xml"/><Relationship Id="rId74" Type="http://schemas.openxmlformats.org/officeDocument/2006/relationships/tags" Target="../tags/tag424.xml"/><Relationship Id="rId79" Type="http://schemas.openxmlformats.org/officeDocument/2006/relationships/tags" Target="../tags/tag429.xml"/><Relationship Id="rId102" Type="http://schemas.openxmlformats.org/officeDocument/2006/relationships/tags" Target="../tags/tag452.xml"/><Relationship Id="rId123" Type="http://schemas.openxmlformats.org/officeDocument/2006/relationships/chart" Target="../charts/chart31.xml"/><Relationship Id="rId5" Type="http://schemas.openxmlformats.org/officeDocument/2006/relationships/tags" Target="../tags/tag355.xml"/><Relationship Id="rId90" Type="http://schemas.openxmlformats.org/officeDocument/2006/relationships/tags" Target="../tags/tag440.xml"/><Relationship Id="rId95" Type="http://schemas.openxmlformats.org/officeDocument/2006/relationships/tags" Target="../tags/tag445.xml"/><Relationship Id="rId22" Type="http://schemas.openxmlformats.org/officeDocument/2006/relationships/tags" Target="../tags/tag372.xml"/><Relationship Id="rId27" Type="http://schemas.openxmlformats.org/officeDocument/2006/relationships/tags" Target="../tags/tag377.xml"/><Relationship Id="rId43" Type="http://schemas.openxmlformats.org/officeDocument/2006/relationships/tags" Target="../tags/tag393.xml"/><Relationship Id="rId48" Type="http://schemas.openxmlformats.org/officeDocument/2006/relationships/tags" Target="../tags/tag398.xml"/><Relationship Id="rId64" Type="http://schemas.openxmlformats.org/officeDocument/2006/relationships/tags" Target="../tags/tag414.xml"/><Relationship Id="rId69" Type="http://schemas.openxmlformats.org/officeDocument/2006/relationships/tags" Target="../tags/tag419.xml"/><Relationship Id="rId113" Type="http://schemas.openxmlformats.org/officeDocument/2006/relationships/slideLayout" Target="../slideLayouts/slideLayout4.xml"/><Relationship Id="rId118" Type="http://schemas.openxmlformats.org/officeDocument/2006/relationships/chart" Target="../charts/chart26.xml"/><Relationship Id="rId80" Type="http://schemas.openxmlformats.org/officeDocument/2006/relationships/tags" Target="../tags/tag430.xml"/><Relationship Id="rId85" Type="http://schemas.openxmlformats.org/officeDocument/2006/relationships/tags" Target="../tags/tag435.xml"/><Relationship Id="rId12" Type="http://schemas.openxmlformats.org/officeDocument/2006/relationships/tags" Target="../tags/tag362.xml"/><Relationship Id="rId17" Type="http://schemas.openxmlformats.org/officeDocument/2006/relationships/tags" Target="../tags/tag367.xml"/><Relationship Id="rId33" Type="http://schemas.openxmlformats.org/officeDocument/2006/relationships/tags" Target="../tags/tag383.xml"/><Relationship Id="rId38" Type="http://schemas.openxmlformats.org/officeDocument/2006/relationships/tags" Target="../tags/tag388.xml"/><Relationship Id="rId59" Type="http://schemas.openxmlformats.org/officeDocument/2006/relationships/tags" Target="../tags/tag409.xml"/><Relationship Id="rId103" Type="http://schemas.openxmlformats.org/officeDocument/2006/relationships/tags" Target="../tags/tag453.xml"/><Relationship Id="rId108" Type="http://schemas.openxmlformats.org/officeDocument/2006/relationships/tags" Target="../tags/tag458.xml"/><Relationship Id="rId124" Type="http://schemas.openxmlformats.org/officeDocument/2006/relationships/chart" Target="../charts/chart32.xml"/><Relationship Id="rId54" Type="http://schemas.openxmlformats.org/officeDocument/2006/relationships/tags" Target="../tags/tag404.xml"/><Relationship Id="rId70" Type="http://schemas.openxmlformats.org/officeDocument/2006/relationships/tags" Target="../tags/tag420.xml"/><Relationship Id="rId75" Type="http://schemas.openxmlformats.org/officeDocument/2006/relationships/tags" Target="../tags/tag425.xml"/><Relationship Id="rId91" Type="http://schemas.openxmlformats.org/officeDocument/2006/relationships/tags" Target="../tags/tag441.xml"/><Relationship Id="rId96" Type="http://schemas.openxmlformats.org/officeDocument/2006/relationships/tags" Target="../tags/tag446.xml"/><Relationship Id="rId1" Type="http://schemas.openxmlformats.org/officeDocument/2006/relationships/tags" Target="../tags/tag351.xml"/><Relationship Id="rId6" Type="http://schemas.openxmlformats.org/officeDocument/2006/relationships/tags" Target="../tags/tag356.xml"/><Relationship Id="rId23" Type="http://schemas.openxmlformats.org/officeDocument/2006/relationships/tags" Target="../tags/tag373.xml"/><Relationship Id="rId28" Type="http://schemas.openxmlformats.org/officeDocument/2006/relationships/tags" Target="../tags/tag378.xml"/><Relationship Id="rId49" Type="http://schemas.openxmlformats.org/officeDocument/2006/relationships/tags" Target="../tags/tag399.xml"/><Relationship Id="rId114" Type="http://schemas.openxmlformats.org/officeDocument/2006/relationships/notesSlide" Target="../notesSlides/notesSlide5.xml"/><Relationship Id="rId119" Type="http://schemas.openxmlformats.org/officeDocument/2006/relationships/chart" Target="../charts/chart27.xml"/><Relationship Id="rId44" Type="http://schemas.openxmlformats.org/officeDocument/2006/relationships/tags" Target="../tags/tag394.xml"/><Relationship Id="rId60" Type="http://schemas.openxmlformats.org/officeDocument/2006/relationships/tags" Target="../tags/tag410.xml"/><Relationship Id="rId65" Type="http://schemas.openxmlformats.org/officeDocument/2006/relationships/tags" Target="../tags/tag415.xml"/><Relationship Id="rId81" Type="http://schemas.openxmlformats.org/officeDocument/2006/relationships/tags" Target="../tags/tag431.xml"/><Relationship Id="rId86" Type="http://schemas.openxmlformats.org/officeDocument/2006/relationships/tags" Target="../tags/tag436.xml"/><Relationship Id="rId4" Type="http://schemas.openxmlformats.org/officeDocument/2006/relationships/tags" Target="../tags/tag354.xml"/><Relationship Id="rId9" Type="http://schemas.openxmlformats.org/officeDocument/2006/relationships/tags" Target="../tags/tag359.xml"/><Relationship Id="rId13" Type="http://schemas.openxmlformats.org/officeDocument/2006/relationships/tags" Target="../tags/tag363.xml"/><Relationship Id="rId18" Type="http://schemas.openxmlformats.org/officeDocument/2006/relationships/tags" Target="../tags/tag368.xml"/><Relationship Id="rId39" Type="http://schemas.openxmlformats.org/officeDocument/2006/relationships/tags" Target="../tags/tag389.xml"/><Relationship Id="rId109" Type="http://schemas.openxmlformats.org/officeDocument/2006/relationships/tags" Target="../tags/tag459.xml"/><Relationship Id="rId34" Type="http://schemas.openxmlformats.org/officeDocument/2006/relationships/tags" Target="../tags/tag384.xml"/><Relationship Id="rId50" Type="http://schemas.openxmlformats.org/officeDocument/2006/relationships/tags" Target="../tags/tag400.xml"/><Relationship Id="rId55" Type="http://schemas.openxmlformats.org/officeDocument/2006/relationships/tags" Target="../tags/tag405.xml"/><Relationship Id="rId76" Type="http://schemas.openxmlformats.org/officeDocument/2006/relationships/tags" Target="../tags/tag426.xml"/><Relationship Id="rId97" Type="http://schemas.openxmlformats.org/officeDocument/2006/relationships/tags" Target="../tags/tag447.xml"/><Relationship Id="rId104" Type="http://schemas.openxmlformats.org/officeDocument/2006/relationships/tags" Target="../tags/tag454.xml"/><Relationship Id="rId120" Type="http://schemas.openxmlformats.org/officeDocument/2006/relationships/chart" Target="../charts/chart28.xml"/><Relationship Id="rId7" Type="http://schemas.openxmlformats.org/officeDocument/2006/relationships/tags" Target="../tags/tag357.xml"/><Relationship Id="rId71" Type="http://schemas.openxmlformats.org/officeDocument/2006/relationships/tags" Target="../tags/tag421.xml"/><Relationship Id="rId92" Type="http://schemas.openxmlformats.org/officeDocument/2006/relationships/tags" Target="../tags/tag442.xml"/><Relationship Id="rId2" Type="http://schemas.openxmlformats.org/officeDocument/2006/relationships/tags" Target="../tags/tag352.xml"/><Relationship Id="rId29" Type="http://schemas.openxmlformats.org/officeDocument/2006/relationships/tags" Target="../tags/tag379.xml"/><Relationship Id="rId24" Type="http://schemas.openxmlformats.org/officeDocument/2006/relationships/tags" Target="../tags/tag374.xml"/><Relationship Id="rId40" Type="http://schemas.openxmlformats.org/officeDocument/2006/relationships/tags" Target="../tags/tag390.xml"/><Relationship Id="rId45" Type="http://schemas.openxmlformats.org/officeDocument/2006/relationships/tags" Target="../tags/tag395.xml"/><Relationship Id="rId66" Type="http://schemas.openxmlformats.org/officeDocument/2006/relationships/tags" Target="../tags/tag416.xml"/><Relationship Id="rId87" Type="http://schemas.openxmlformats.org/officeDocument/2006/relationships/tags" Target="../tags/tag437.xml"/><Relationship Id="rId110" Type="http://schemas.openxmlformats.org/officeDocument/2006/relationships/tags" Target="../tags/tag460.xml"/><Relationship Id="rId115" Type="http://schemas.openxmlformats.org/officeDocument/2006/relationships/oleObject" Target="../embeddings/oleObject15.bin"/><Relationship Id="rId61" Type="http://schemas.openxmlformats.org/officeDocument/2006/relationships/tags" Target="../tags/tag411.xml"/><Relationship Id="rId82" Type="http://schemas.openxmlformats.org/officeDocument/2006/relationships/tags" Target="../tags/tag432.xml"/><Relationship Id="rId19" Type="http://schemas.openxmlformats.org/officeDocument/2006/relationships/tags" Target="../tags/tag369.xml"/><Relationship Id="rId14" Type="http://schemas.openxmlformats.org/officeDocument/2006/relationships/tags" Target="../tags/tag364.xml"/><Relationship Id="rId30" Type="http://schemas.openxmlformats.org/officeDocument/2006/relationships/tags" Target="../tags/tag380.xml"/><Relationship Id="rId35" Type="http://schemas.openxmlformats.org/officeDocument/2006/relationships/tags" Target="../tags/tag385.xml"/><Relationship Id="rId56" Type="http://schemas.openxmlformats.org/officeDocument/2006/relationships/tags" Target="../tags/tag406.xml"/><Relationship Id="rId77" Type="http://schemas.openxmlformats.org/officeDocument/2006/relationships/tags" Target="../tags/tag427.xml"/><Relationship Id="rId100" Type="http://schemas.openxmlformats.org/officeDocument/2006/relationships/tags" Target="../tags/tag450.xml"/><Relationship Id="rId105" Type="http://schemas.openxmlformats.org/officeDocument/2006/relationships/tags" Target="../tags/tag455.xml"/><Relationship Id="rId8" Type="http://schemas.openxmlformats.org/officeDocument/2006/relationships/tags" Target="../tags/tag358.xml"/><Relationship Id="rId51" Type="http://schemas.openxmlformats.org/officeDocument/2006/relationships/tags" Target="../tags/tag401.xml"/><Relationship Id="rId72" Type="http://schemas.openxmlformats.org/officeDocument/2006/relationships/tags" Target="../tags/tag422.xml"/><Relationship Id="rId93" Type="http://schemas.openxmlformats.org/officeDocument/2006/relationships/tags" Target="../tags/tag443.xml"/><Relationship Id="rId98" Type="http://schemas.openxmlformats.org/officeDocument/2006/relationships/tags" Target="../tags/tag448.xml"/><Relationship Id="rId121" Type="http://schemas.openxmlformats.org/officeDocument/2006/relationships/chart" Target="../charts/chart29.xml"/><Relationship Id="rId3" Type="http://schemas.openxmlformats.org/officeDocument/2006/relationships/tags" Target="../tags/tag353.xml"/><Relationship Id="rId25" Type="http://schemas.openxmlformats.org/officeDocument/2006/relationships/tags" Target="../tags/tag375.xml"/><Relationship Id="rId46" Type="http://schemas.openxmlformats.org/officeDocument/2006/relationships/tags" Target="../tags/tag396.xml"/><Relationship Id="rId67" Type="http://schemas.openxmlformats.org/officeDocument/2006/relationships/tags" Target="../tags/tag417.xml"/><Relationship Id="rId116" Type="http://schemas.openxmlformats.org/officeDocument/2006/relationships/image" Target="../media/image1.emf"/><Relationship Id="rId20" Type="http://schemas.openxmlformats.org/officeDocument/2006/relationships/tags" Target="../tags/tag370.xml"/><Relationship Id="rId41" Type="http://schemas.openxmlformats.org/officeDocument/2006/relationships/tags" Target="../tags/tag391.xml"/><Relationship Id="rId62" Type="http://schemas.openxmlformats.org/officeDocument/2006/relationships/tags" Target="../tags/tag412.xml"/><Relationship Id="rId83" Type="http://schemas.openxmlformats.org/officeDocument/2006/relationships/tags" Target="../tags/tag433.xml"/><Relationship Id="rId88" Type="http://schemas.openxmlformats.org/officeDocument/2006/relationships/tags" Target="../tags/tag438.xml"/><Relationship Id="rId111" Type="http://schemas.openxmlformats.org/officeDocument/2006/relationships/tags" Target="../tags/tag461.xml"/><Relationship Id="rId15" Type="http://schemas.openxmlformats.org/officeDocument/2006/relationships/tags" Target="../tags/tag365.xml"/><Relationship Id="rId36" Type="http://schemas.openxmlformats.org/officeDocument/2006/relationships/tags" Target="../tags/tag386.xml"/><Relationship Id="rId57" Type="http://schemas.openxmlformats.org/officeDocument/2006/relationships/tags" Target="../tags/tag407.xml"/><Relationship Id="rId106" Type="http://schemas.openxmlformats.org/officeDocument/2006/relationships/tags" Target="../tags/tag456.xml"/><Relationship Id="rId10" Type="http://schemas.openxmlformats.org/officeDocument/2006/relationships/tags" Target="../tags/tag360.xml"/><Relationship Id="rId31" Type="http://schemas.openxmlformats.org/officeDocument/2006/relationships/tags" Target="../tags/tag381.xml"/><Relationship Id="rId52" Type="http://schemas.openxmlformats.org/officeDocument/2006/relationships/tags" Target="../tags/tag402.xml"/><Relationship Id="rId73" Type="http://schemas.openxmlformats.org/officeDocument/2006/relationships/tags" Target="../tags/tag423.xml"/><Relationship Id="rId78" Type="http://schemas.openxmlformats.org/officeDocument/2006/relationships/tags" Target="../tags/tag428.xml"/><Relationship Id="rId94" Type="http://schemas.openxmlformats.org/officeDocument/2006/relationships/tags" Target="../tags/tag444.xml"/><Relationship Id="rId99" Type="http://schemas.openxmlformats.org/officeDocument/2006/relationships/tags" Target="../tags/tag449.xml"/><Relationship Id="rId101" Type="http://schemas.openxmlformats.org/officeDocument/2006/relationships/tags" Target="../tags/tag451.xml"/><Relationship Id="rId122" Type="http://schemas.openxmlformats.org/officeDocument/2006/relationships/chart" Target="../charts/chart30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tags" Target="../tags/tag488.xml"/><Relationship Id="rId117" Type="http://schemas.openxmlformats.org/officeDocument/2006/relationships/chart" Target="../charts/chart35.xml"/><Relationship Id="rId21" Type="http://schemas.openxmlformats.org/officeDocument/2006/relationships/tags" Target="../tags/tag483.xml"/><Relationship Id="rId42" Type="http://schemas.openxmlformats.org/officeDocument/2006/relationships/tags" Target="../tags/tag504.xml"/><Relationship Id="rId47" Type="http://schemas.openxmlformats.org/officeDocument/2006/relationships/tags" Target="../tags/tag509.xml"/><Relationship Id="rId63" Type="http://schemas.openxmlformats.org/officeDocument/2006/relationships/tags" Target="../tags/tag525.xml"/><Relationship Id="rId68" Type="http://schemas.openxmlformats.org/officeDocument/2006/relationships/tags" Target="../tags/tag530.xml"/><Relationship Id="rId84" Type="http://schemas.openxmlformats.org/officeDocument/2006/relationships/tags" Target="../tags/tag546.xml"/><Relationship Id="rId89" Type="http://schemas.openxmlformats.org/officeDocument/2006/relationships/tags" Target="../tags/tag551.xml"/><Relationship Id="rId112" Type="http://schemas.openxmlformats.org/officeDocument/2006/relationships/notesSlide" Target="../notesSlides/notesSlide6.xml"/><Relationship Id="rId16" Type="http://schemas.openxmlformats.org/officeDocument/2006/relationships/tags" Target="../tags/tag478.xml"/><Relationship Id="rId107" Type="http://schemas.openxmlformats.org/officeDocument/2006/relationships/tags" Target="../tags/tag569.xml"/><Relationship Id="rId11" Type="http://schemas.openxmlformats.org/officeDocument/2006/relationships/tags" Target="../tags/tag473.xml"/><Relationship Id="rId32" Type="http://schemas.openxmlformats.org/officeDocument/2006/relationships/tags" Target="../tags/tag494.xml"/><Relationship Id="rId37" Type="http://schemas.openxmlformats.org/officeDocument/2006/relationships/tags" Target="../tags/tag499.xml"/><Relationship Id="rId53" Type="http://schemas.openxmlformats.org/officeDocument/2006/relationships/tags" Target="../tags/tag515.xml"/><Relationship Id="rId58" Type="http://schemas.openxmlformats.org/officeDocument/2006/relationships/tags" Target="../tags/tag520.xml"/><Relationship Id="rId74" Type="http://schemas.openxmlformats.org/officeDocument/2006/relationships/tags" Target="../tags/tag536.xml"/><Relationship Id="rId79" Type="http://schemas.openxmlformats.org/officeDocument/2006/relationships/tags" Target="../tags/tag541.xml"/><Relationship Id="rId102" Type="http://schemas.openxmlformats.org/officeDocument/2006/relationships/tags" Target="../tags/tag564.xml"/><Relationship Id="rId5" Type="http://schemas.openxmlformats.org/officeDocument/2006/relationships/tags" Target="../tags/tag467.xml"/><Relationship Id="rId90" Type="http://schemas.openxmlformats.org/officeDocument/2006/relationships/tags" Target="../tags/tag552.xml"/><Relationship Id="rId95" Type="http://schemas.openxmlformats.org/officeDocument/2006/relationships/tags" Target="../tags/tag557.xml"/><Relationship Id="rId22" Type="http://schemas.openxmlformats.org/officeDocument/2006/relationships/tags" Target="../tags/tag484.xml"/><Relationship Id="rId27" Type="http://schemas.openxmlformats.org/officeDocument/2006/relationships/tags" Target="../tags/tag489.xml"/><Relationship Id="rId43" Type="http://schemas.openxmlformats.org/officeDocument/2006/relationships/tags" Target="../tags/tag505.xml"/><Relationship Id="rId48" Type="http://schemas.openxmlformats.org/officeDocument/2006/relationships/tags" Target="../tags/tag510.xml"/><Relationship Id="rId64" Type="http://schemas.openxmlformats.org/officeDocument/2006/relationships/tags" Target="../tags/tag526.xml"/><Relationship Id="rId69" Type="http://schemas.openxmlformats.org/officeDocument/2006/relationships/tags" Target="../tags/tag531.xml"/><Relationship Id="rId113" Type="http://schemas.openxmlformats.org/officeDocument/2006/relationships/oleObject" Target="../embeddings/oleObject16.bin"/><Relationship Id="rId118" Type="http://schemas.openxmlformats.org/officeDocument/2006/relationships/chart" Target="../charts/chart36.xml"/><Relationship Id="rId80" Type="http://schemas.openxmlformats.org/officeDocument/2006/relationships/tags" Target="../tags/tag542.xml"/><Relationship Id="rId85" Type="http://schemas.openxmlformats.org/officeDocument/2006/relationships/tags" Target="../tags/tag547.xml"/><Relationship Id="rId12" Type="http://schemas.openxmlformats.org/officeDocument/2006/relationships/tags" Target="../tags/tag474.xml"/><Relationship Id="rId17" Type="http://schemas.openxmlformats.org/officeDocument/2006/relationships/tags" Target="../tags/tag479.xml"/><Relationship Id="rId33" Type="http://schemas.openxmlformats.org/officeDocument/2006/relationships/tags" Target="../tags/tag495.xml"/><Relationship Id="rId38" Type="http://schemas.openxmlformats.org/officeDocument/2006/relationships/tags" Target="../tags/tag500.xml"/><Relationship Id="rId59" Type="http://schemas.openxmlformats.org/officeDocument/2006/relationships/tags" Target="../tags/tag521.xml"/><Relationship Id="rId103" Type="http://schemas.openxmlformats.org/officeDocument/2006/relationships/tags" Target="../tags/tag565.xml"/><Relationship Id="rId108" Type="http://schemas.openxmlformats.org/officeDocument/2006/relationships/tags" Target="../tags/tag570.xml"/><Relationship Id="rId54" Type="http://schemas.openxmlformats.org/officeDocument/2006/relationships/tags" Target="../tags/tag516.xml"/><Relationship Id="rId70" Type="http://schemas.openxmlformats.org/officeDocument/2006/relationships/tags" Target="../tags/tag532.xml"/><Relationship Id="rId75" Type="http://schemas.openxmlformats.org/officeDocument/2006/relationships/tags" Target="../tags/tag537.xml"/><Relationship Id="rId91" Type="http://schemas.openxmlformats.org/officeDocument/2006/relationships/tags" Target="../tags/tag553.xml"/><Relationship Id="rId96" Type="http://schemas.openxmlformats.org/officeDocument/2006/relationships/tags" Target="../tags/tag558.xml"/><Relationship Id="rId1" Type="http://schemas.openxmlformats.org/officeDocument/2006/relationships/tags" Target="../tags/tag463.xml"/><Relationship Id="rId6" Type="http://schemas.openxmlformats.org/officeDocument/2006/relationships/tags" Target="../tags/tag468.xml"/><Relationship Id="rId23" Type="http://schemas.openxmlformats.org/officeDocument/2006/relationships/tags" Target="../tags/tag485.xml"/><Relationship Id="rId28" Type="http://schemas.openxmlformats.org/officeDocument/2006/relationships/tags" Target="../tags/tag490.xml"/><Relationship Id="rId49" Type="http://schemas.openxmlformats.org/officeDocument/2006/relationships/tags" Target="../tags/tag511.xml"/><Relationship Id="rId114" Type="http://schemas.openxmlformats.org/officeDocument/2006/relationships/image" Target="../media/image1.emf"/><Relationship Id="rId119" Type="http://schemas.openxmlformats.org/officeDocument/2006/relationships/chart" Target="../charts/chart37.xml"/><Relationship Id="rId44" Type="http://schemas.openxmlformats.org/officeDocument/2006/relationships/tags" Target="../tags/tag506.xml"/><Relationship Id="rId60" Type="http://schemas.openxmlformats.org/officeDocument/2006/relationships/tags" Target="../tags/tag522.xml"/><Relationship Id="rId65" Type="http://schemas.openxmlformats.org/officeDocument/2006/relationships/tags" Target="../tags/tag527.xml"/><Relationship Id="rId81" Type="http://schemas.openxmlformats.org/officeDocument/2006/relationships/tags" Target="../tags/tag543.xml"/><Relationship Id="rId86" Type="http://schemas.openxmlformats.org/officeDocument/2006/relationships/tags" Target="../tags/tag548.xml"/><Relationship Id="rId4" Type="http://schemas.openxmlformats.org/officeDocument/2006/relationships/tags" Target="../tags/tag466.xml"/><Relationship Id="rId9" Type="http://schemas.openxmlformats.org/officeDocument/2006/relationships/tags" Target="../tags/tag471.xml"/><Relationship Id="rId13" Type="http://schemas.openxmlformats.org/officeDocument/2006/relationships/tags" Target="../tags/tag475.xml"/><Relationship Id="rId18" Type="http://schemas.openxmlformats.org/officeDocument/2006/relationships/tags" Target="../tags/tag480.xml"/><Relationship Id="rId39" Type="http://schemas.openxmlformats.org/officeDocument/2006/relationships/tags" Target="../tags/tag501.xml"/><Relationship Id="rId109" Type="http://schemas.openxmlformats.org/officeDocument/2006/relationships/tags" Target="../tags/tag571.xml"/><Relationship Id="rId34" Type="http://schemas.openxmlformats.org/officeDocument/2006/relationships/tags" Target="../tags/tag496.xml"/><Relationship Id="rId50" Type="http://schemas.openxmlformats.org/officeDocument/2006/relationships/tags" Target="../tags/tag512.xml"/><Relationship Id="rId55" Type="http://schemas.openxmlformats.org/officeDocument/2006/relationships/tags" Target="../tags/tag517.xml"/><Relationship Id="rId76" Type="http://schemas.openxmlformats.org/officeDocument/2006/relationships/tags" Target="../tags/tag538.xml"/><Relationship Id="rId97" Type="http://schemas.openxmlformats.org/officeDocument/2006/relationships/tags" Target="../tags/tag559.xml"/><Relationship Id="rId104" Type="http://schemas.openxmlformats.org/officeDocument/2006/relationships/tags" Target="../tags/tag566.xml"/><Relationship Id="rId120" Type="http://schemas.openxmlformats.org/officeDocument/2006/relationships/chart" Target="../charts/chart38.xml"/><Relationship Id="rId7" Type="http://schemas.openxmlformats.org/officeDocument/2006/relationships/tags" Target="../tags/tag469.xml"/><Relationship Id="rId71" Type="http://schemas.openxmlformats.org/officeDocument/2006/relationships/tags" Target="../tags/tag533.xml"/><Relationship Id="rId92" Type="http://schemas.openxmlformats.org/officeDocument/2006/relationships/tags" Target="../tags/tag554.xml"/><Relationship Id="rId2" Type="http://schemas.openxmlformats.org/officeDocument/2006/relationships/tags" Target="../tags/tag464.xml"/><Relationship Id="rId29" Type="http://schemas.openxmlformats.org/officeDocument/2006/relationships/tags" Target="../tags/tag491.xml"/><Relationship Id="rId24" Type="http://schemas.openxmlformats.org/officeDocument/2006/relationships/tags" Target="../tags/tag486.xml"/><Relationship Id="rId40" Type="http://schemas.openxmlformats.org/officeDocument/2006/relationships/tags" Target="../tags/tag502.xml"/><Relationship Id="rId45" Type="http://schemas.openxmlformats.org/officeDocument/2006/relationships/tags" Target="../tags/tag507.xml"/><Relationship Id="rId66" Type="http://schemas.openxmlformats.org/officeDocument/2006/relationships/tags" Target="../tags/tag528.xml"/><Relationship Id="rId87" Type="http://schemas.openxmlformats.org/officeDocument/2006/relationships/tags" Target="../tags/tag549.xml"/><Relationship Id="rId110" Type="http://schemas.openxmlformats.org/officeDocument/2006/relationships/tags" Target="../tags/tag572.xml"/><Relationship Id="rId115" Type="http://schemas.openxmlformats.org/officeDocument/2006/relationships/chart" Target="../charts/chart33.xml"/><Relationship Id="rId61" Type="http://schemas.openxmlformats.org/officeDocument/2006/relationships/tags" Target="../tags/tag523.xml"/><Relationship Id="rId82" Type="http://schemas.openxmlformats.org/officeDocument/2006/relationships/tags" Target="../tags/tag544.xml"/><Relationship Id="rId19" Type="http://schemas.openxmlformats.org/officeDocument/2006/relationships/tags" Target="../tags/tag481.xml"/><Relationship Id="rId14" Type="http://schemas.openxmlformats.org/officeDocument/2006/relationships/tags" Target="../tags/tag476.xml"/><Relationship Id="rId30" Type="http://schemas.openxmlformats.org/officeDocument/2006/relationships/tags" Target="../tags/tag492.xml"/><Relationship Id="rId35" Type="http://schemas.openxmlformats.org/officeDocument/2006/relationships/tags" Target="../tags/tag497.xml"/><Relationship Id="rId56" Type="http://schemas.openxmlformats.org/officeDocument/2006/relationships/tags" Target="../tags/tag518.xml"/><Relationship Id="rId77" Type="http://schemas.openxmlformats.org/officeDocument/2006/relationships/tags" Target="../tags/tag539.xml"/><Relationship Id="rId100" Type="http://schemas.openxmlformats.org/officeDocument/2006/relationships/tags" Target="../tags/tag562.xml"/><Relationship Id="rId105" Type="http://schemas.openxmlformats.org/officeDocument/2006/relationships/tags" Target="../tags/tag567.xml"/><Relationship Id="rId8" Type="http://schemas.openxmlformats.org/officeDocument/2006/relationships/tags" Target="../tags/tag470.xml"/><Relationship Id="rId51" Type="http://schemas.openxmlformats.org/officeDocument/2006/relationships/tags" Target="../tags/tag513.xml"/><Relationship Id="rId72" Type="http://schemas.openxmlformats.org/officeDocument/2006/relationships/tags" Target="../tags/tag534.xml"/><Relationship Id="rId93" Type="http://schemas.openxmlformats.org/officeDocument/2006/relationships/tags" Target="../tags/tag555.xml"/><Relationship Id="rId98" Type="http://schemas.openxmlformats.org/officeDocument/2006/relationships/tags" Target="../tags/tag560.xml"/><Relationship Id="rId121" Type="http://schemas.openxmlformats.org/officeDocument/2006/relationships/chart" Target="../charts/chart39.xml"/><Relationship Id="rId3" Type="http://schemas.openxmlformats.org/officeDocument/2006/relationships/tags" Target="../tags/tag465.xml"/><Relationship Id="rId25" Type="http://schemas.openxmlformats.org/officeDocument/2006/relationships/tags" Target="../tags/tag487.xml"/><Relationship Id="rId46" Type="http://schemas.openxmlformats.org/officeDocument/2006/relationships/tags" Target="../tags/tag508.xml"/><Relationship Id="rId67" Type="http://schemas.openxmlformats.org/officeDocument/2006/relationships/tags" Target="../tags/tag529.xml"/><Relationship Id="rId116" Type="http://schemas.openxmlformats.org/officeDocument/2006/relationships/chart" Target="../charts/chart34.xml"/><Relationship Id="rId20" Type="http://schemas.openxmlformats.org/officeDocument/2006/relationships/tags" Target="../tags/tag482.xml"/><Relationship Id="rId41" Type="http://schemas.openxmlformats.org/officeDocument/2006/relationships/tags" Target="../tags/tag503.xml"/><Relationship Id="rId62" Type="http://schemas.openxmlformats.org/officeDocument/2006/relationships/tags" Target="../tags/tag524.xml"/><Relationship Id="rId83" Type="http://schemas.openxmlformats.org/officeDocument/2006/relationships/tags" Target="../tags/tag545.xml"/><Relationship Id="rId88" Type="http://schemas.openxmlformats.org/officeDocument/2006/relationships/tags" Target="../tags/tag550.xml"/><Relationship Id="rId111" Type="http://schemas.openxmlformats.org/officeDocument/2006/relationships/slideLayout" Target="../slideLayouts/slideLayout4.xml"/><Relationship Id="rId15" Type="http://schemas.openxmlformats.org/officeDocument/2006/relationships/tags" Target="../tags/tag477.xml"/><Relationship Id="rId36" Type="http://schemas.openxmlformats.org/officeDocument/2006/relationships/tags" Target="../tags/tag498.xml"/><Relationship Id="rId57" Type="http://schemas.openxmlformats.org/officeDocument/2006/relationships/tags" Target="../tags/tag519.xml"/><Relationship Id="rId106" Type="http://schemas.openxmlformats.org/officeDocument/2006/relationships/tags" Target="../tags/tag568.xml"/><Relationship Id="rId10" Type="http://schemas.openxmlformats.org/officeDocument/2006/relationships/tags" Target="../tags/tag472.xml"/><Relationship Id="rId31" Type="http://schemas.openxmlformats.org/officeDocument/2006/relationships/tags" Target="../tags/tag493.xml"/><Relationship Id="rId52" Type="http://schemas.openxmlformats.org/officeDocument/2006/relationships/tags" Target="../tags/tag514.xml"/><Relationship Id="rId73" Type="http://schemas.openxmlformats.org/officeDocument/2006/relationships/tags" Target="../tags/tag535.xml"/><Relationship Id="rId78" Type="http://schemas.openxmlformats.org/officeDocument/2006/relationships/tags" Target="../tags/tag540.xml"/><Relationship Id="rId94" Type="http://schemas.openxmlformats.org/officeDocument/2006/relationships/tags" Target="../tags/tag556.xml"/><Relationship Id="rId99" Type="http://schemas.openxmlformats.org/officeDocument/2006/relationships/tags" Target="../tags/tag561.xml"/><Relationship Id="rId101" Type="http://schemas.openxmlformats.org/officeDocument/2006/relationships/tags" Target="../tags/tag563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tags" Target="../tags/tag598.xml"/><Relationship Id="rId117" Type="http://schemas.openxmlformats.org/officeDocument/2006/relationships/chart" Target="../charts/chart43.xml"/><Relationship Id="rId21" Type="http://schemas.openxmlformats.org/officeDocument/2006/relationships/tags" Target="../tags/tag593.xml"/><Relationship Id="rId42" Type="http://schemas.openxmlformats.org/officeDocument/2006/relationships/tags" Target="../tags/tag614.xml"/><Relationship Id="rId47" Type="http://schemas.openxmlformats.org/officeDocument/2006/relationships/tags" Target="../tags/tag619.xml"/><Relationship Id="rId63" Type="http://schemas.openxmlformats.org/officeDocument/2006/relationships/tags" Target="../tags/tag635.xml"/><Relationship Id="rId68" Type="http://schemas.openxmlformats.org/officeDocument/2006/relationships/tags" Target="../tags/tag640.xml"/><Relationship Id="rId84" Type="http://schemas.openxmlformats.org/officeDocument/2006/relationships/tags" Target="../tags/tag656.xml"/><Relationship Id="rId89" Type="http://schemas.openxmlformats.org/officeDocument/2006/relationships/tags" Target="../tags/tag661.xml"/><Relationship Id="rId112" Type="http://schemas.openxmlformats.org/officeDocument/2006/relationships/oleObject" Target="../embeddings/oleObject17.bin"/><Relationship Id="rId16" Type="http://schemas.openxmlformats.org/officeDocument/2006/relationships/tags" Target="../tags/tag588.xml"/><Relationship Id="rId107" Type="http://schemas.openxmlformats.org/officeDocument/2006/relationships/tags" Target="../tags/tag679.xml"/><Relationship Id="rId11" Type="http://schemas.openxmlformats.org/officeDocument/2006/relationships/tags" Target="../tags/tag583.xml"/><Relationship Id="rId32" Type="http://schemas.openxmlformats.org/officeDocument/2006/relationships/tags" Target="../tags/tag604.xml"/><Relationship Id="rId37" Type="http://schemas.openxmlformats.org/officeDocument/2006/relationships/tags" Target="../tags/tag609.xml"/><Relationship Id="rId53" Type="http://schemas.openxmlformats.org/officeDocument/2006/relationships/tags" Target="../tags/tag625.xml"/><Relationship Id="rId58" Type="http://schemas.openxmlformats.org/officeDocument/2006/relationships/tags" Target="../tags/tag630.xml"/><Relationship Id="rId74" Type="http://schemas.openxmlformats.org/officeDocument/2006/relationships/tags" Target="../tags/tag646.xml"/><Relationship Id="rId79" Type="http://schemas.openxmlformats.org/officeDocument/2006/relationships/tags" Target="../tags/tag651.xml"/><Relationship Id="rId102" Type="http://schemas.openxmlformats.org/officeDocument/2006/relationships/tags" Target="../tags/tag674.xml"/><Relationship Id="rId5" Type="http://schemas.openxmlformats.org/officeDocument/2006/relationships/tags" Target="../tags/tag577.xml"/><Relationship Id="rId90" Type="http://schemas.openxmlformats.org/officeDocument/2006/relationships/tags" Target="../tags/tag662.xml"/><Relationship Id="rId95" Type="http://schemas.openxmlformats.org/officeDocument/2006/relationships/tags" Target="../tags/tag667.xml"/><Relationship Id="rId22" Type="http://schemas.openxmlformats.org/officeDocument/2006/relationships/tags" Target="../tags/tag594.xml"/><Relationship Id="rId27" Type="http://schemas.openxmlformats.org/officeDocument/2006/relationships/tags" Target="../tags/tag599.xml"/><Relationship Id="rId43" Type="http://schemas.openxmlformats.org/officeDocument/2006/relationships/tags" Target="../tags/tag615.xml"/><Relationship Id="rId48" Type="http://schemas.openxmlformats.org/officeDocument/2006/relationships/tags" Target="../tags/tag620.xml"/><Relationship Id="rId64" Type="http://schemas.openxmlformats.org/officeDocument/2006/relationships/tags" Target="../tags/tag636.xml"/><Relationship Id="rId69" Type="http://schemas.openxmlformats.org/officeDocument/2006/relationships/tags" Target="../tags/tag641.xml"/><Relationship Id="rId113" Type="http://schemas.openxmlformats.org/officeDocument/2006/relationships/image" Target="../media/image1.emf"/><Relationship Id="rId118" Type="http://schemas.openxmlformats.org/officeDocument/2006/relationships/chart" Target="../charts/chart44.xml"/><Relationship Id="rId80" Type="http://schemas.openxmlformats.org/officeDocument/2006/relationships/tags" Target="../tags/tag652.xml"/><Relationship Id="rId85" Type="http://schemas.openxmlformats.org/officeDocument/2006/relationships/tags" Target="../tags/tag657.xml"/><Relationship Id="rId12" Type="http://schemas.openxmlformats.org/officeDocument/2006/relationships/tags" Target="../tags/tag584.xml"/><Relationship Id="rId17" Type="http://schemas.openxmlformats.org/officeDocument/2006/relationships/tags" Target="../tags/tag589.xml"/><Relationship Id="rId33" Type="http://schemas.openxmlformats.org/officeDocument/2006/relationships/tags" Target="../tags/tag605.xml"/><Relationship Id="rId38" Type="http://schemas.openxmlformats.org/officeDocument/2006/relationships/tags" Target="../tags/tag610.xml"/><Relationship Id="rId59" Type="http://schemas.openxmlformats.org/officeDocument/2006/relationships/tags" Target="../tags/tag631.xml"/><Relationship Id="rId103" Type="http://schemas.openxmlformats.org/officeDocument/2006/relationships/tags" Target="../tags/tag675.xml"/><Relationship Id="rId108" Type="http://schemas.openxmlformats.org/officeDocument/2006/relationships/tags" Target="../tags/tag680.xml"/><Relationship Id="rId54" Type="http://schemas.openxmlformats.org/officeDocument/2006/relationships/tags" Target="../tags/tag626.xml"/><Relationship Id="rId70" Type="http://schemas.openxmlformats.org/officeDocument/2006/relationships/tags" Target="../tags/tag642.xml"/><Relationship Id="rId75" Type="http://schemas.openxmlformats.org/officeDocument/2006/relationships/tags" Target="../tags/tag647.xml"/><Relationship Id="rId91" Type="http://schemas.openxmlformats.org/officeDocument/2006/relationships/tags" Target="../tags/tag663.xml"/><Relationship Id="rId96" Type="http://schemas.openxmlformats.org/officeDocument/2006/relationships/tags" Target="../tags/tag668.xml"/><Relationship Id="rId1" Type="http://schemas.openxmlformats.org/officeDocument/2006/relationships/tags" Target="../tags/tag573.xml"/><Relationship Id="rId6" Type="http://schemas.openxmlformats.org/officeDocument/2006/relationships/tags" Target="../tags/tag578.xml"/><Relationship Id="rId23" Type="http://schemas.openxmlformats.org/officeDocument/2006/relationships/tags" Target="../tags/tag595.xml"/><Relationship Id="rId28" Type="http://schemas.openxmlformats.org/officeDocument/2006/relationships/tags" Target="../tags/tag600.xml"/><Relationship Id="rId49" Type="http://schemas.openxmlformats.org/officeDocument/2006/relationships/tags" Target="../tags/tag621.xml"/><Relationship Id="rId114" Type="http://schemas.openxmlformats.org/officeDocument/2006/relationships/chart" Target="../charts/chart40.xml"/><Relationship Id="rId119" Type="http://schemas.openxmlformats.org/officeDocument/2006/relationships/chart" Target="../charts/chart45.xml"/><Relationship Id="rId10" Type="http://schemas.openxmlformats.org/officeDocument/2006/relationships/tags" Target="../tags/tag582.xml"/><Relationship Id="rId31" Type="http://schemas.openxmlformats.org/officeDocument/2006/relationships/tags" Target="../tags/tag603.xml"/><Relationship Id="rId44" Type="http://schemas.openxmlformats.org/officeDocument/2006/relationships/tags" Target="../tags/tag616.xml"/><Relationship Id="rId52" Type="http://schemas.openxmlformats.org/officeDocument/2006/relationships/tags" Target="../tags/tag624.xml"/><Relationship Id="rId60" Type="http://schemas.openxmlformats.org/officeDocument/2006/relationships/tags" Target="../tags/tag632.xml"/><Relationship Id="rId65" Type="http://schemas.openxmlformats.org/officeDocument/2006/relationships/tags" Target="../tags/tag637.xml"/><Relationship Id="rId73" Type="http://schemas.openxmlformats.org/officeDocument/2006/relationships/tags" Target="../tags/tag645.xml"/><Relationship Id="rId78" Type="http://schemas.openxmlformats.org/officeDocument/2006/relationships/tags" Target="../tags/tag650.xml"/><Relationship Id="rId81" Type="http://schemas.openxmlformats.org/officeDocument/2006/relationships/tags" Target="../tags/tag653.xml"/><Relationship Id="rId86" Type="http://schemas.openxmlformats.org/officeDocument/2006/relationships/tags" Target="../tags/tag658.xml"/><Relationship Id="rId94" Type="http://schemas.openxmlformats.org/officeDocument/2006/relationships/tags" Target="../tags/tag666.xml"/><Relationship Id="rId99" Type="http://schemas.openxmlformats.org/officeDocument/2006/relationships/tags" Target="../tags/tag671.xml"/><Relationship Id="rId101" Type="http://schemas.openxmlformats.org/officeDocument/2006/relationships/tags" Target="../tags/tag673.xml"/><Relationship Id="rId4" Type="http://schemas.openxmlformats.org/officeDocument/2006/relationships/tags" Target="../tags/tag576.xml"/><Relationship Id="rId9" Type="http://schemas.openxmlformats.org/officeDocument/2006/relationships/tags" Target="../tags/tag581.xml"/><Relationship Id="rId13" Type="http://schemas.openxmlformats.org/officeDocument/2006/relationships/tags" Target="../tags/tag585.xml"/><Relationship Id="rId18" Type="http://schemas.openxmlformats.org/officeDocument/2006/relationships/tags" Target="../tags/tag590.xml"/><Relationship Id="rId39" Type="http://schemas.openxmlformats.org/officeDocument/2006/relationships/tags" Target="../tags/tag611.xml"/><Relationship Id="rId109" Type="http://schemas.openxmlformats.org/officeDocument/2006/relationships/tags" Target="../tags/tag681.xml"/><Relationship Id="rId34" Type="http://schemas.openxmlformats.org/officeDocument/2006/relationships/tags" Target="../tags/tag606.xml"/><Relationship Id="rId50" Type="http://schemas.openxmlformats.org/officeDocument/2006/relationships/tags" Target="../tags/tag622.xml"/><Relationship Id="rId55" Type="http://schemas.openxmlformats.org/officeDocument/2006/relationships/tags" Target="../tags/tag627.xml"/><Relationship Id="rId76" Type="http://schemas.openxmlformats.org/officeDocument/2006/relationships/tags" Target="../tags/tag648.xml"/><Relationship Id="rId97" Type="http://schemas.openxmlformats.org/officeDocument/2006/relationships/tags" Target="../tags/tag669.xml"/><Relationship Id="rId104" Type="http://schemas.openxmlformats.org/officeDocument/2006/relationships/tags" Target="../tags/tag676.xml"/><Relationship Id="rId120" Type="http://schemas.openxmlformats.org/officeDocument/2006/relationships/chart" Target="../charts/chart46.xml"/><Relationship Id="rId7" Type="http://schemas.openxmlformats.org/officeDocument/2006/relationships/tags" Target="../tags/tag579.xml"/><Relationship Id="rId71" Type="http://schemas.openxmlformats.org/officeDocument/2006/relationships/tags" Target="../tags/tag643.xml"/><Relationship Id="rId92" Type="http://schemas.openxmlformats.org/officeDocument/2006/relationships/tags" Target="../tags/tag664.xml"/><Relationship Id="rId2" Type="http://schemas.openxmlformats.org/officeDocument/2006/relationships/tags" Target="../tags/tag574.xml"/><Relationship Id="rId29" Type="http://schemas.openxmlformats.org/officeDocument/2006/relationships/tags" Target="../tags/tag601.xml"/><Relationship Id="rId24" Type="http://schemas.openxmlformats.org/officeDocument/2006/relationships/tags" Target="../tags/tag596.xml"/><Relationship Id="rId40" Type="http://schemas.openxmlformats.org/officeDocument/2006/relationships/tags" Target="../tags/tag612.xml"/><Relationship Id="rId45" Type="http://schemas.openxmlformats.org/officeDocument/2006/relationships/tags" Target="../tags/tag617.xml"/><Relationship Id="rId66" Type="http://schemas.openxmlformats.org/officeDocument/2006/relationships/tags" Target="../tags/tag638.xml"/><Relationship Id="rId87" Type="http://schemas.openxmlformats.org/officeDocument/2006/relationships/tags" Target="../tags/tag659.xml"/><Relationship Id="rId110" Type="http://schemas.openxmlformats.org/officeDocument/2006/relationships/slideLayout" Target="../slideLayouts/slideLayout4.xml"/><Relationship Id="rId115" Type="http://schemas.openxmlformats.org/officeDocument/2006/relationships/chart" Target="../charts/chart41.xml"/><Relationship Id="rId61" Type="http://schemas.openxmlformats.org/officeDocument/2006/relationships/tags" Target="../tags/tag633.xml"/><Relationship Id="rId82" Type="http://schemas.openxmlformats.org/officeDocument/2006/relationships/tags" Target="../tags/tag654.xml"/><Relationship Id="rId19" Type="http://schemas.openxmlformats.org/officeDocument/2006/relationships/tags" Target="../tags/tag591.xml"/><Relationship Id="rId14" Type="http://schemas.openxmlformats.org/officeDocument/2006/relationships/tags" Target="../tags/tag586.xml"/><Relationship Id="rId30" Type="http://schemas.openxmlformats.org/officeDocument/2006/relationships/tags" Target="../tags/tag602.xml"/><Relationship Id="rId35" Type="http://schemas.openxmlformats.org/officeDocument/2006/relationships/tags" Target="../tags/tag607.xml"/><Relationship Id="rId56" Type="http://schemas.openxmlformats.org/officeDocument/2006/relationships/tags" Target="../tags/tag628.xml"/><Relationship Id="rId77" Type="http://schemas.openxmlformats.org/officeDocument/2006/relationships/tags" Target="../tags/tag649.xml"/><Relationship Id="rId100" Type="http://schemas.openxmlformats.org/officeDocument/2006/relationships/tags" Target="../tags/tag672.xml"/><Relationship Id="rId105" Type="http://schemas.openxmlformats.org/officeDocument/2006/relationships/tags" Target="../tags/tag677.xml"/><Relationship Id="rId8" Type="http://schemas.openxmlformats.org/officeDocument/2006/relationships/tags" Target="../tags/tag580.xml"/><Relationship Id="rId51" Type="http://schemas.openxmlformats.org/officeDocument/2006/relationships/tags" Target="../tags/tag623.xml"/><Relationship Id="rId72" Type="http://schemas.openxmlformats.org/officeDocument/2006/relationships/tags" Target="../tags/tag644.xml"/><Relationship Id="rId93" Type="http://schemas.openxmlformats.org/officeDocument/2006/relationships/tags" Target="../tags/tag665.xml"/><Relationship Id="rId98" Type="http://schemas.openxmlformats.org/officeDocument/2006/relationships/tags" Target="../tags/tag670.xml"/><Relationship Id="rId3" Type="http://schemas.openxmlformats.org/officeDocument/2006/relationships/tags" Target="../tags/tag575.xml"/><Relationship Id="rId25" Type="http://schemas.openxmlformats.org/officeDocument/2006/relationships/tags" Target="../tags/tag597.xml"/><Relationship Id="rId46" Type="http://schemas.openxmlformats.org/officeDocument/2006/relationships/tags" Target="../tags/tag618.xml"/><Relationship Id="rId67" Type="http://schemas.openxmlformats.org/officeDocument/2006/relationships/tags" Target="../tags/tag639.xml"/><Relationship Id="rId116" Type="http://schemas.openxmlformats.org/officeDocument/2006/relationships/chart" Target="../charts/chart42.xml"/><Relationship Id="rId20" Type="http://schemas.openxmlformats.org/officeDocument/2006/relationships/tags" Target="../tags/tag592.xml"/><Relationship Id="rId41" Type="http://schemas.openxmlformats.org/officeDocument/2006/relationships/tags" Target="../tags/tag613.xml"/><Relationship Id="rId62" Type="http://schemas.openxmlformats.org/officeDocument/2006/relationships/tags" Target="../tags/tag634.xml"/><Relationship Id="rId83" Type="http://schemas.openxmlformats.org/officeDocument/2006/relationships/tags" Target="../tags/tag655.xml"/><Relationship Id="rId88" Type="http://schemas.openxmlformats.org/officeDocument/2006/relationships/tags" Target="../tags/tag660.xml"/><Relationship Id="rId111" Type="http://schemas.openxmlformats.org/officeDocument/2006/relationships/notesSlide" Target="../notesSlides/notesSlide7.xml"/><Relationship Id="rId15" Type="http://schemas.openxmlformats.org/officeDocument/2006/relationships/tags" Target="../tags/tag587.xml"/><Relationship Id="rId36" Type="http://schemas.openxmlformats.org/officeDocument/2006/relationships/tags" Target="../tags/tag608.xml"/><Relationship Id="rId57" Type="http://schemas.openxmlformats.org/officeDocument/2006/relationships/tags" Target="../tags/tag629.xml"/><Relationship Id="rId106" Type="http://schemas.openxmlformats.org/officeDocument/2006/relationships/tags" Target="../tags/tag678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tags" Target="../tags/tag707.xml"/><Relationship Id="rId117" Type="http://schemas.openxmlformats.org/officeDocument/2006/relationships/image" Target="../media/image1.emf"/><Relationship Id="rId21" Type="http://schemas.openxmlformats.org/officeDocument/2006/relationships/tags" Target="../tags/tag702.xml"/><Relationship Id="rId42" Type="http://schemas.openxmlformats.org/officeDocument/2006/relationships/tags" Target="../tags/tag723.xml"/><Relationship Id="rId47" Type="http://schemas.openxmlformats.org/officeDocument/2006/relationships/tags" Target="../tags/tag728.xml"/><Relationship Id="rId63" Type="http://schemas.openxmlformats.org/officeDocument/2006/relationships/tags" Target="../tags/tag744.xml"/><Relationship Id="rId68" Type="http://schemas.openxmlformats.org/officeDocument/2006/relationships/tags" Target="../tags/tag749.xml"/><Relationship Id="rId84" Type="http://schemas.openxmlformats.org/officeDocument/2006/relationships/tags" Target="../tags/tag765.xml"/><Relationship Id="rId89" Type="http://schemas.openxmlformats.org/officeDocument/2006/relationships/tags" Target="../tags/tag770.xml"/><Relationship Id="rId112" Type="http://schemas.openxmlformats.org/officeDocument/2006/relationships/tags" Target="../tags/tag793.xml"/><Relationship Id="rId16" Type="http://schemas.openxmlformats.org/officeDocument/2006/relationships/tags" Target="../tags/tag697.xml"/><Relationship Id="rId107" Type="http://schemas.openxmlformats.org/officeDocument/2006/relationships/tags" Target="../tags/tag788.xml"/><Relationship Id="rId11" Type="http://schemas.openxmlformats.org/officeDocument/2006/relationships/tags" Target="../tags/tag692.xml"/><Relationship Id="rId32" Type="http://schemas.openxmlformats.org/officeDocument/2006/relationships/tags" Target="../tags/tag713.xml"/><Relationship Id="rId37" Type="http://schemas.openxmlformats.org/officeDocument/2006/relationships/tags" Target="../tags/tag718.xml"/><Relationship Id="rId53" Type="http://schemas.openxmlformats.org/officeDocument/2006/relationships/tags" Target="../tags/tag734.xml"/><Relationship Id="rId58" Type="http://schemas.openxmlformats.org/officeDocument/2006/relationships/tags" Target="../tags/tag739.xml"/><Relationship Id="rId74" Type="http://schemas.openxmlformats.org/officeDocument/2006/relationships/tags" Target="../tags/tag755.xml"/><Relationship Id="rId79" Type="http://schemas.openxmlformats.org/officeDocument/2006/relationships/tags" Target="../tags/tag760.xml"/><Relationship Id="rId102" Type="http://schemas.openxmlformats.org/officeDocument/2006/relationships/tags" Target="../tags/tag783.xml"/><Relationship Id="rId123" Type="http://schemas.openxmlformats.org/officeDocument/2006/relationships/chart" Target="../charts/chart52.xml"/><Relationship Id="rId5" Type="http://schemas.openxmlformats.org/officeDocument/2006/relationships/tags" Target="../tags/tag686.xml"/><Relationship Id="rId90" Type="http://schemas.openxmlformats.org/officeDocument/2006/relationships/tags" Target="../tags/tag771.xml"/><Relationship Id="rId95" Type="http://schemas.openxmlformats.org/officeDocument/2006/relationships/tags" Target="../tags/tag776.xml"/><Relationship Id="rId22" Type="http://schemas.openxmlformats.org/officeDocument/2006/relationships/tags" Target="../tags/tag703.xml"/><Relationship Id="rId27" Type="http://schemas.openxmlformats.org/officeDocument/2006/relationships/tags" Target="../tags/tag708.xml"/><Relationship Id="rId43" Type="http://schemas.openxmlformats.org/officeDocument/2006/relationships/tags" Target="../tags/tag724.xml"/><Relationship Id="rId48" Type="http://schemas.openxmlformats.org/officeDocument/2006/relationships/tags" Target="../tags/tag729.xml"/><Relationship Id="rId64" Type="http://schemas.openxmlformats.org/officeDocument/2006/relationships/tags" Target="../tags/tag745.xml"/><Relationship Id="rId69" Type="http://schemas.openxmlformats.org/officeDocument/2006/relationships/tags" Target="../tags/tag750.xml"/><Relationship Id="rId113" Type="http://schemas.openxmlformats.org/officeDocument/2006/relationships/tags" Target="../tags/tag794.xml"/><Relationship Id="rId118" Type="http://schemas.openxmlformats.org/officeDocument/2006/relationships/chart" Target="../charts/chart47.xml"/><Relationship Id="rId80" Type="http://schemas.openxmlformats.org/officeDocument/2006/relationships/tags" Target="../tags/tag761.xml"/><Relationship Id="rId85" Type="http://schemas.openxmlformats.org/officeDocument/2006/relationships/tags" Target="../tags/tag766.xml"/><Relationship Id="rId12" Type="http://schemas.openxmlformats.org/officeDocument/2006/relationships/tags" Target="../tags/tag693.xml"/><Relationship Id="rId17" Type="http://schemas.openxmlformats.org/officeDocument/2006/relationships/tags" Target="../tags/tag698.xml"/><Relationship Id="rId33" Type="http://schemas.openxmlformats.org/officeDocument/2006/relationships/tags" Target="../tags/tag714.xml"/><Relationship Id="rId38" Type="http://schemas.openxmlformats.org/officeDocument/2006/relationships/tags" Target="../tags/tag719.xml"/><Relationship Id="rId59" Type="http://schemas.openxmlformats.org/officeDocument/2006/relationships/tags" Target="../tags/tag740.xml"/><Relationship Id="rId103" Type="http://schemas.openxmlformats.org/officeDocument/2006/relationships/tags" Target="../tags/tag784.xml"/><Relationship Id="rId108" Type="http://schemas.openxmlformats.org/officeDocument/2006/relationships/tags" Target="../tags/tag789.xml"/><Relationship Id="rId124" Type="http://schemas.openxmlformats.org/officeDocument/2006/relationships/chart" Target="../charts/chart53.xml"/><Relationship Id="rId54" Type="http://schemas.openxmlformats.org/officeDocument/2006/relationships/tags" Target="../tags/tag735.xml"/><Relationship Id="rId70" Type="http://schemas.openxmlformats.org/officeDocument/2006/relationships/tags" Target="../tags/tag751.xml"/><Relationship Id="rId75" Type="http://schemas.openxmlformats.org/officeDocument/2006/relationships/tags" Target="../tags/tag756.xml"/><Relationship Id="rId91" Type="http://schemas.openxmlformats.org/officeDocument/2006/relationships/tags" Target="../tags/tag772.xml"/><Relationship Id="rId96" Type="http://schemas.openxmlformats.org/officeDocument/2006/relationships/tags" Target="../tags/tag777.xml"/><Relationship Id="rId1" Type="http://schemas.openxmlformats.org/officeDocument/2006/relationships/tags" Target="../tags/tag682.xml"/><Relationship Id="rId6" Type="http://schemas.openxmlformats.org/officeDocument/2006/relationships/tags" Target="../tags/tag687.xml"/><Relationship Id="rId23" Type="http://schemas.openxmlformats.org/officeDocument/2006/relationships/tags" Target="../tags/tag704.xml"/><Relationship Id="rId28" Type="http://schemas.openxmlformats.org/officeDocument/2006/relationships/tags" Target="../tags/tag709.xml"/><Relationship Id="rId49" Type="http://schemas.openxmlformats.org/officeDocument/2006/relationships/tags" Target="../tags/tag730.xml"/><Relationship Id="rId114" Type="http://schemas.openxmlformats.org/officeDocument/2006/relationships/slideLayout" Target="../slideLayouts/slideLayout4.xml"/><Relationship Id="rId119" Type="http://schemas.openxmlformats.org/officeDocument/2006/relationships/chart" Target="../charts/chart48.xml"/><Relationship Id="rId44" Type="http://schemas.openxmlformats.org/officeDocument/2006/relationships/tags" Target="../tags/tag725.xml"/><Relationship Id="rId60" Type="http://schemas.openxmlformats.org/officeDocument/2006/relationships/tags" Target="../tags/tag741.xml"/><Relationship Id="rId65" Type="http://schemas.openxmlformats.org/officeDocument/2006/relationships/tags" Target="../tags/tag746.xml"/><Relationship Id="rId81" Type="http://schemas.openxmlformats.org/officeDocument/2006/relationships/tags" Target="../tags/tag762.xml"/><Relationship Id="rId86" Type="http://schemas.openxmlformats.org/officeDocument/2006/relationships/tags" Target="../tags/tag767.xml"/><Relationship Id="rId13" Type="http://schemas.openxmlformats.org/officeDocument/2006/relationships/tags" Target="../tags/tag694.xml"/><Relationship Id="rId18" Type="http://schemas.openxmlformats.org/officeDocument/2006/relationships/tags" Target="../tags/tag699.xml"/><Relationship Id="rId39" Type="http://schemas.openxmlformats.org/officeDocument/2006/relationships/tags" Target="../tags/tag720.xml"/><Relationship Id="rId109" Type="http://schemas.openxmlformats.org/officeDocument/2006/relationships/tags" Target="../tags/tag790.xml"/><Relationship Id="rId34" Type="http://schemas.openxmlformats.org/officeDocument/2006/relationships/tags" Target="../tags/tag715.xml"/><Relationship Id="rId50" Type="http://schemas.openxmlformats.org/officeDocument/2006/relationships/tags" Target="../tags/tag731.xml"/><Relationship Id="rId55" Type="http://schemas.openxmlformats.org/officeDocument/2006/relationships/tags" Target="../tags/tag736.xml"/><Relationship Id="rId76" Type="http://schemas.openxmlformats.org/officeDocument/2006/relationships/tags" Target="../tags/tag757.xml"/><Relationship Id="rId97" Type="http://schemas.openxmlformats.org/officeDocument/2006/relationships/tags" Target="../tags/tag778.xml"/><Relationship Id="rId104" Type="http://schemas.openxmlformats.org/officeDocument/2006/relationships/tags" Target="../tags/tag785.xml"/><Relationship Id="rId120" Type="http://schemas.openxmlformats.org/officeDocument/2006/relationships/chart" Target="../charts/chart49.xml"/><Relationship Id="rId125" Type="http://schemas.openxmlformats.org/officeDocument/2006/relationships/chart" Target="../charts/chart54.xml"/><Relationship Id="rId7" Type="http://schemas.openxmlformats.org/officeDocument/2006/relationships/tags" Target="../tags/tag688.xml"/><Relationship Id="rId71" Type="http://schemas.openxmlformats.org/officeDocument/2006/relationships/tags" Target="../tags/tag752.xml"/><Relationship Id="rId92" Type="http://schemas.openxmlformats.org/officeDocument/2006/relationships/tags" Target="../tags/tag773.xml"/><Relationship Id="rId2" Type="http://schemas.openxmlformats.org/officeDocument/2006/relationships/tags" Target="../tags/tag683.xml"/><Relationship Id="rId29" Type="http://schemas.openxmlformats.org/officeDocument/2006/relationships/tags" Target="../tags/tag710.xml"/><Relationship Id="rId24" Type="http://schemas.openxmlformats.org/officeDocument/2006/relationships/tags" Target="../tags/tag705.xml"/><Relationship Id="rId40" Type="http://schemas.openxmlformats.org/officeDocument/2006/relationships/tags" Target="../tags/tag721.xml"/><Relationship Id="rId45" Type="http://schemas.openxmlformats.org/officeDocument/2006/relationships/tags" Target="../tags/tag726.xml"/><Relationship Id="rId66" Type="http://schemas.openxmlformats.org/officeDocument/2006/relationships/tags" Target="../tags/tag747.xml"/><Relationship Id="rId87" Type="http://schemas.openxmlformats.org/officeDocument/2006/relationships/tags" Target="../tags/tag768.xml"/><Relationship Id="rId110" Type="http://schemas.openxmlformats.org/officeDocument/2006/relationships/tags" Target="../tags/tag791.xml"/><Relationship Id="rId115" Type="http://schemas.openxmlformats.org/officeDocument/2006/relationships/notesSlide" Target="../notesSlides/notesSlide8.xml"/><Relationship Id="rId61" Type="http://schemas.openxmlformats.org/officeDocument/2006/relationships/tags" Target="../tags/tag742.xml"/><Relationship Id="rId82" Type="http://schemas.openxmlformats.org/officeDocument/2006/relationships/tags" Target="../tags/tag763.xml"/><Relationship Id="rId19" Type="http://schemas.openxmlformats.org/officeDocument/2006/relationships/tags" Target="../tags/tag700.xml"/><Relationship Id="rId14" Type="http://schemas.openxmlformats.org/officeDocument/2006/relationships/tags" Target="../tags/tag695.xml"/><Relationship Id="rId30" Type="http://schemas.openxmlformats.org/officeDocument/2006/relationships/tags" Target="../tags/tag711.xml"/><Relationship Id="rId35" Type="http://schemas.openxmlformats.org/officeDocument/2006/relationships/tags" Target="../tags/tag716.xml"/><Relationship Id="rId56" Type="http://schemas.openxmlformats.org/officeDocument/2006/relationships/tags" Target="../tags/tag737.xml"/><Relationship Id="rId77" Type="http://schemas.openxmlformats.org/officeDocument/2006/relationships/tags" Target="../tags/tag758.xml"/><Relationship Id="rId100" Type="http://schemas.openxmlformats.org/officeDocument/2006/relationships/tags" Target="../tags/tag781.xml"/><Relationship Id="rId105" Type="http://schemas.openxmlformats.org/officeDocument/2006/relationships/tags" Target="../tags/tag786.xml"/><Relationship Id="rId8" Type="http://schemas.openxmlformats.org/officeDocument/2006/relationships/tags" Target="../tags/tag689.xml"/><Relationship Id="rId51" Type="http://schemas.openxmlformats.org/officeDocument/2006/relationships/tags" Target="../tags/tag732.xml"/><Relationship Id="rId72" Type="http://schemas.openxmlformats.org/officeDocument/2006/relationships/tags" Target="../tags/tag753.xml"/><Relationship Id="rId93" Type="http://schemas.openxmlformats.org/officeDocument/2006/relationships/tags" Target="../tags/tag774.xml"/><Relationship Id="rId98" Type="http://schemas.openxmlformats.org/officeDocument/2006/relationships/tags" Target="../tags/tag779.xml"/><Relationship Id="rId121" Type="http://schemas.openxmlformats.org/officeDocument/2006/relationships/chart" Target="../charts/chart50.xml"/><Relationship Id="rId3" Type="http://schemas.openxmlformats.org/officeDocument/2006/relationships/tags" Target="../tags/tag684.xml"/><Relationship Id="rId25" Type="http://schemas.openxmlformats.org/officeDocument/2006/relationships/tags" Target="../tags/tag706.xml"/><Relationship Id="rId46" Type="http://schemas.openxmlformats.org/officeDocument/2006/relationships/tags" Target="../tags/tag727.xml"/><Relationship Id="rId67" Type="http://schemas.openxmlformats.org/officeDocument/2006/relationships/tags" Target="../tags/tag748.xml"/><Relationship Id="rId116" Type="http://schemas.openxmlformats.org/officeDocument/2006/relationships/oleObject" Target="../embeddings/oleObject18.bin"/><Relationship Id="rId20" Type="http://schemas.openxmlformats.org/officeDocument/2006/relationships/tags" Target="../tags/tag701.xml"/><Relationship Id="rId41" Type="http://schemas.openxmlformats.org/officeDocument/2006/relationships/tags" Target="../tags/tag722.xml"/><Relationship Id="rId62" Type="http://schemas.openxmlformats.org/officeDocument/2006/relationships/tags" Target="../tags/tag743.xml"/><Relationship Id="rId83" Type="http://schemas.openxmlformats.org/officeDocument/2006/relationships/tags" Target="../tags/tag764.xml"/><Relationship Id="rId88" Type="http://schemas.openxmlformats.org/officeDocument/2006/relationships/tags" Target="../tags/tag769.xml"/><Relationship Id="rId111" Type="http://schemas.openxmlformats.org/officeDocument/2006/relationships/tags" Target="../tags/tag792.xml"/><Relationship Id="rId15" Type="http://schemas.openxmlformats.org/officeDocument/2006/relationships/tags" Target="../tags/tag696.xml"/><Relationship Id="rId36" Type="http://schemas.openxmlformats.org/officeDocument/2006/relationships/tags" Target="../tags/tag717.xml"/><Relationship Id="rId57" Type="http://schemas.openxmlformats.org/officeDocument/2006/relationships/tags" Target="../tags/tag738.xml"/><Relationship Id="rId106" Type="http://schemas.openxmlformats.org/officeDocument/2006/relationships/tags" Target="../tags/tag787.xml"/><Relationship Id="rId10" Type="http://schemas.openxmlformats.org/officeDocument/2006/relationships/tags" Target="../tags/tag691.xml"/><Relationship Id="rId31" Type="http://schemas.openxmlformats.org/officeDocument/2006/relationships/tags" Target="../tags/tag712.xml"/><Relationship Id="rId52" Type="http://schemas.openxmlformats.org/officeDocument/2006/relationships/tags" Target="../tags/tag733.xml"/><Relationship Id="rId73" Type="http://schemas.openxmlformats.org/officeDocument/2006/relationships/tags" Target="../tags/tag754.xml"/><Relationship Id="rId78" Type="http://schemas.openxmlformats.org/officeDocument/2006/relationships/tags" Target="../tags/tag759.xml"/><Relationship Id="rId94" Type="http://schemas.openxmlformats.org/officeDocument/2006/relationships/tags" Target="../tags/tag775.xml"/><Relationship Id="rId99" Type="http://schemas.openxmlformats.org/officeDocument/2006/relationships/tags" Target="../tags/tag780.xml"/><Relationship Id="rId101" Type="http://schemas.openxmlformats.org/officeDocument/2006/relationships/tags" Target="../tags/tag782.xml"/><Relationship Id="rId122" Type="http://schemas.openxmlformats.org/officeDocument/2006/relationships/chart" Target="../charts/chart51.xml"/><Relationship Id="rId4" Type="http://schemas.openxmlformats.org/officeDocument/2006/relationships/tags" Target="../tags/tag685.xml"/><Relationship Id="rId9" Type="http://schemas.openxmlformats.org/officeDocument/2006/relationships/tags" Target="../tags/tag69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95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21957F9-33BC-6830-5302-7D5ED974D35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12" imgH="511" progId="TCLayout.ActiveDocument.1">
                  <p:embed/>
                </p:oleObj>
              </mc:Choice>
              <mc:Fallback>
                <p:oleObj name="think-cell Slide" r:id="rId3" imgW="512" imgH="511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21957F9-33BC-6830-5302-7D5ED974D3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0">
            <a:extLst>
              <a:ext uri="{FF2B5EF4-FFF2-40B4-BE49-F238E27FC236}">
                <a16:creationId xmlns:a16="http://schemas.microsoft.com/office/drawing/2014/main" id="{F0B36649-5CB6-6770-35FD-77265D2A44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DE" sz="7200" dirty="0"/>
              <a:t>C&amp;P Contract Hopper</a:t>
            </a:r>
            <a:endParaRPr lang="en-US" sz="7200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00A5B476-6533-A6ED-CBB7-E71A1D326D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DE" dirty="0"/>
              <a:t>April Update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820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430E5-2C6E-FA33-7070-06CCFD911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4701397D-0FF1-CEEB-FA2D-49E7777EAF2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5" imgW="512" imgH="511" progId="TCLayout.ActiveDocument.1">
                  <p:embed/>
                </p:oleObj>
              </mc:Choice>
              <mc:Fallback>
                <p:oleObj name="think-cell Slide" r:id="rId115" imgW="512" imgH="51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01397D-0FF1-CEEB-FA2D-49E7777EA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1D06E4FB-9E3B-1600-CA1C-65ABD221A115}"/>
              </a:ext>
            </a:extLst>
          </p:cNvPr>
          <p:cNvSpPr txBox="1">
            <a:spLocks/>
          </p:cNvSpPr>
          <p:nvPr/>
        </p:nvSpPr>
        <p:spPr>
          <a:xfrm>
            <a:off x="7953142" y="1800225"/>
            <a:ext cx="2160000" cy="4716000"/>
          </a:xfrm>
          <a:prstGeom prst="roundRect">
            <a:avLst>
              <a:gd name="adj" fmla="val 2289"/>
            </a:avLst>
          </a:prstGeom>
          <a:solidFill>
            <a:srgbClr val="E1E3D6"/>
          </a:solidFill>
        </p:spPr>
        <p:txBody>
          <a:bodyPr vert="horz" lIns="0" tIns="180000" rIns="0" bIns="180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DE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Est.</a:t>
            </a: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 </a:t>
            </a:r>
            <a:r>
              <a:rPr kumimoji="0" lang="en-DE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Savings Potential</a:t>
            </a:r>
            <a:r>
              <a:rPr kumimoji="0" lang="en-DE" sz="1000" b="1" i="0" u="none" strike="noStrike" kern="1200" cap="none" spc="0" normalizeH="0" baseline="3000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1 </a:t>
            </a:r>
            <a:r>
              <a:rPr kumimoji="0" lang="en-DE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(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USD</a:t>
            </a:r>
            <a:r>
              <a:rPr kumimoji="0" lang="en-DE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)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" panose="020B0504010101010104" pitchFamily="34" charset="77"/>
              <a:ea typeface="bp Sans" panose="020B0504010101010104" pitchFamily="34" charset="77"/>
              <a:cs typeface="bp Sans" panose="020B0504010101010104" pitchFamily="34" charset="77"/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0ED9DEE3-58A4-3C34-6DFD-35B8F77532BD}"/>
              </a:ext>
            </a:extLst>
          </p:cNvPr>
          <p:cNvSpPr/>
          <p:nvPr/>
        </p:nvSpPr>
        <p:spPr>
          <a:xfrm>
            <a:off x="8007142" y="4789488"/>
            <a:ext cx="2052000" cy="1584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1D7931BE-914C-E1F2-0C3F-FB1CC84BCDF0}"/>
              </a:ext>
            </a:extLst>
          </p:cNvPr>
          <p:cNvSpPr/>
          <p:nvPr/>
        </p:nvSpPr>
        <p:spPr>
          <a:xfrm>
            <a:off x="8007142" y="2611438"/>
            <a:ext cx="2052000" cy="172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39" name="Content Placeholder 5">
            <a:extLst>
              <a:ext uri="{FF2B5EF4-FFF2-40B4-BE49-F238E27FC236}">
                <a16:creationId xmlns:a16="http://schemas.microsoft.com/office/drawing/2014/main" id="{9EC6F5CC-7CC8-03C9-696E-EAECE7FDAAEB}"/>
              </a:ext>
            </a:extLst>
          </p:cNvPr>
          <p:cNvSpPr txBox="1">
            <a:spLocks/>
          </p:cNvSpPr>
          <p:nvPr/>
        </p:nvSpPr>
        <p:spPr>
          <a:xfrm>
            <a:off x="341313" y="1800225"/>
            <a:ext cx="7452000" cy="4716000"/>
          </a:xfrm>
          <a:prstGeom prst="roundRect">
            <a:avLst>
              <a:gd name="adj" fmla="val 1439"/>
            </a:avLst>
          </a:prstGeom>
          <a:solidFill>
            <a:srgbClr val="E1E3D6"/>
          </a:solidFill>
        </p:spPr>
        <p:txBody>
          <a:bodyPr vert="horz" lIns="0" tIns="180000" rIns="0" bIns="180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DE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Progress Tracker </a:t>
            </a:r>
            <a:r>
              <a:rPr kumimoji="0" lang="en-DE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(USD &amp; # Contracts)</a:t>
            </a:r>
          </a:p>
        </p:txBody>
      </p:sp>
      <p:sp>
        <p:nvSpPr>
          <p:cNvPr id="27" name="Content Placeholder 5">
            <a:extLst>
              <a:ext uri="{FF2B5EF4-FFF2-40B4-BE49-F238E27FC236}">
                <a16:creationId xmlns:a16="http://schemas.microsoft.com/office/drawing/2014/main" id="{2C697EE5-A2CA-4432-6E78-49CCF24F392C}"/>
              </a:ext>
            </a:extLst>
          </p:cNvPr>
          <p:cNvSpPr txBox="1">
            <a:spLocks/>
          </p:cNvSpPr>
          <p:nvPr/>
        </p:nvSpPr>
        <p:spPr>
          <a:xfrm>
            <a:off x="10233863" y="1800224"/>
            <a:ext cx="1620000" cy="4716000"/>
          </a:xfrm>
          <a:prstGeom prst="roundRect">
            <a:avLst>
              <a:gd name="adj" fmla="val 5545"/>
            </a:avLst>
          </a:prstGeom>
          <a:solidFill>
            <a:srgbClr val="E1E3D6"/>
          </a:solidFill>
        </p:spPr>
        <p:txBody>
          <a:bodyPr vert="horz" lIns="0" tIns="180000" rIns="0" bIns="180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DE" sz="1000" b="1" i="0" u="none" strike="noStrike" kern="1200" cap="none" spc="0" normalizeH="0" baseline="0" noProof="0" dirty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Support Needed</a:t>
            </a:r>
            <a:endParaRPr kumimoji="0" lang="en-DE" sz="1000" b="1" i="0" u="none" strike="noStrike" kern="1200" cap="none" spc="0" normalizeH="0" baseline="0" noProof="0" dirty="0">
              <a:ln>
                <a:noFill/>
              </a:ln>
              <a:solidFill>
                <a:srgbClr val="007F00"/>
              </a:solidFill>
              <a:effectLst/>
              <a:uLnTx/>
              <a:uFillTx/>
              <a:latin typeface="bp Sans" panose="020B0504010101010104" pitchFamily="34" charset="77"/>
              <a:ea typeface="bp Sans" panose="020B0504010101010104" pitchFamily="34" charset="77"/>
              <a:cs typeface="bp Sans" panose="020B0504010101010104" pitchFamily="34" charset="77"/>
            </a:endParaRP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Rail Europe: </a:t>
            </a: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need continued openness from RS&amp;M Supply Operations, Commercial and Planning Teams to making operational changes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Road Europe: </a:t>
            </a: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need continued support from M&amp;C to assess, test and implement key initiatives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Cherry </a:t>
            </a:r>
            <a:r>
              <a:rPr kumimoji="0" lang="en-DE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Port</a:t>
            </a: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 Logistics: </a:t>
            </a: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Additional support is required to accelerate the initiative delivery timeline. Each additional year reduces savings by c</a:t>
            </a:r>
            <a:r>
              <a:rPr kumimoji="0" lang="en-DE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. </a:t>
            </a: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$</a:t>
            </a:r>
            <a:r>
              <a:rPr kumimoji="0" lang="en-DE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 </a:t>
            </a: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19m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TA Bulk Road:</a:t>
            </a: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 Need ongoing/additional support from the TA business to deliver savings</a:t>
            </a:r>
            <a:endParaRPr kumimoji="0" lang="en-DE" sz="1000" b="1" i="0" u="none" strike="noStrike" kern="1200" cap="none" spc="0" normalizeH="0" baseline="0" noProof="0" dirty="0">
              <a:ln>
                <a:noFill/>
              </a:ln>
              <a:solidFill>
                <a:srgbClr val="007F00"/>
              </a:solidFill>
              <a:effectLst/>
              <a:uLnTx/>
              <a:uFillTx/>
              <a:latin typeface="bp Sans" panose="020B0504010101010104" pitchFamily="34" charset="77"/>
              <a:ea typeface="bp Sans" panose="020B0504010101010104" pitchFamily="34" charset="77"/>
              <a:cs typeface="bp Sans" panose="020B0504010101010104" pitchFamily="34" charset="77"/>
            </a:endParaRP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UK Car Wash: </a:t>
            </a: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Business alignment on integration of loyalty scheme needed</a:t>
            </a:r>
            <a:endParaRPr kumimoji="0" lang="en-GB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 panose="020B0504010101010104" pitchFamily="34" charset="77"/>
              <a:ea typeface="bp Sans TT Medium" panose="020B0604020202020204" charset="0"/>
              <a:cs typeface="bp Sans TT Medium" panose="020B060402020202020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58CE641-5078-2956-4EDB-3EA4B8A28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DE"/>
              <a:t>2026 Contract Hopper | Global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8C6A250-6EA2-057C-F173-36F5B90C41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dirty="0"/>
              <a:t>1,000 Go-to-Market contracts ($ 1b) in 2026, of which 431 contracts ($ 507m) are in-flight or </a:t>
            </a:r>
            <a:br>
              <a:rPr lang="en-GB" dirty="0"/>
            </a:br>
            <a:r>
              <a:rPr lang="en-GB" dirty="0"/>
              <a:t>have been completed. </a:t>
            </a:r>
            <a:r>
              <a:rPr lang="en-DE" dirty="0"/>
              <a:t>S</a:t>
            </a:r>
            <a:r>
              <a:rPr lang="en-GB" dirty="0"/>
              <a:t>pend in value delivery </a:t>
            </a:r>
            <a:r>
              <a:rPr lang="en-DE" dirty="0"/>
              <a:t>doubled to</a:t>
            </a:r>
            <a:r>
              <a:rPr lang="en-GB" dirty="0"/>
              <a:t> $ 102m with an </a:t>
            </a:r>
            <a:r>
              <a:rPr lang="en-DE" dirty="0"/>
              <a:t>avg.</a:t>
            </a:r>
            <a:r>
              <a:rPr lang="en-GB" dirty="0"/>
              <a:t> savings of 11%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F51F96-4184-28ED-8439-E0110095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6EAE7-A19E-4D31-8DA8-3768B267B6B2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DA15C-17AB-D4F6-9F85-257307A385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180000" indent="-180000">
              <a:buAutoNum type="arabicParenR"/>
            </a:pPr>
            <a:r>
              <a:rPr lang="en-GB"/>
              <a:t>Saving based on </a:t>
            </a:r>
            <a:r>
              <a:rPr lang="en-DE"/>
              <a:t>Compass;</a:t>
            </a:r>
            <a:r>
              <a:rPr lang="en-GB"/>
              <a:t> otherwise</a:t>
            </a:r>
            <a:r>
              <a:rPr lang="en-DE"/>
              <a:t>,</a:t>
            </a:r>
            <a:r>
              <a:rPr lang="en-GB"/>
              <a:t> 5% </a:t>
            </a:r>
            <a:r>
              <a:rPr lang="en-DE"/>
              <a:t>savings on </a:t>
            </a:r>
            <a:r>
              <a:rPr lang="en-GB"/>
              <a:t>contract spend value</a:t>
            </a:r>
            <a:r>
              <a:rPr lang="en-DE"/>
              <a:t> assumed</a:t>
            </a:r>
          </a:p>
          <a:p>
            <a:pPr marL="180000"/>
            <a:r>
              <a:rPr lang="en-DE"/>
              <a:t>Colour Key: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0618C-AB1C-53FE-D07D-C267F4A3F730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bp</a:t>
            </a: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| May 20</a:t>
            </a:r>
            <a:r>
              <a:rPr kumimoji="0" lang="en-DE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26</a:t>
            </a: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|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64EA0F-C32F-44BD-5194-E5D3B4305583}"/>
              </a:ext>
            </a:extLst>
          </p:cNvPr>
          <p:cNvSpPr/>
          <p:nvPr/>
        </p:nvSpPr>
        <p:spPr>
          <a:xfrm>
            <a:off x="0" y="-3173"/>
            <a:ext cx="12192000" cy="288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2026 Contract Hopper – April 2026 Version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4A7CA8-BC5B-5AC4-430E-1C05F0AFD668}"/>
              </a:ext>
            </a:extLst>
          </p:cNvPr>
          <p:cNvSpPr/>
          <p:nvPr/>
        </p:nvSpPr>
        <p:spPr>
          <a:xfrm>
            <a:off x="341313" y="2220027"/>
            <a:ext cx="7452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Stage</a:t>
            </a: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</a:t>
            </a: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Overview</a:t>
            </a: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7AE437-54C5-680B-4146-6383E40F75B9}"/>
              </a:ext>
            </a:extLst>
          </p:cNvPr>
          <p:cNvSpPr/>
          <p:nvPr/>
        </p:nvSpPr>
        <p:spPr>
          <a:xfrm>
            <a:off x="341313" y="4410603"/>
            <a:ext cx="7452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Split by </a:t>
            </a: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Entity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489A6D0-98AA-EFA8-9E4D-619D2C816E5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953142" y="2220027"/>
            <a:ext cx="2160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Ann. Impact</a:t>
            </a: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by Entity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AB77E0F-576F-6D34-DAC8-12CCE86F6D4C}"/>
              </a:ext>
            </a:extLst>
          </p:cNvPr>
          <p:cNvSpPr/>
          <p:nvPr/>
        </p:nvSpPr>
        <p:spPr>
          <a:xfrm>
            <a:off x="7953142" y="4410603"/>
            <a:ext cx="2160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2026 In-Year Impact by Entity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31C31A7-E9B0-B4D3-8D97-6A76B2F10A0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32590" y="2611438"/>
            <a:ext cx="7282003" cy="172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Stage</a:t>
            </a: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97AC4D7-DCA1-023C-BDEF-79161BC38FF1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1209675" y="3709988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09853B8-B742-8211-75D6-C16416C20DAE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2097088" y="3535363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1448B39-0695-D7B4-FB64-31500F0EC48F}"/>
              </a:ext>
            </a:extLst>
          </p:cNvPr>
          <p:cNvCxnSpPr/>
          <p:nvPr>
            <p:custDataLst>
              <p:tags r:id="rId7"/>
            </p:custDataLst>
          </p:nvPr>
        </p:nvCxnSpPr>
        <p:spPr bwMode="gray">
          <a:xfrm>
            <a:off x="2984500" y="3482975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49454C5-74F1-8D61-32D1-F77DE93EEF92}"/>
              </a:ext>
            </a:extLst>
          </p:cNvPr>
          <p:cNvCxnSpPr/>
          <p:nvPr>
            <p:custDataLst>
              <p:tags r:id="rId8"/>
            </p:custDataLst>
          </p:nvPr>
        </p:nvCxnSpPr>
        <p:spPr bwMode="gray">
          <a:xfrm>
            <a:off x="3871913" y="3430588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8949103-2B8F-0444-F2DE-BC5C84E934B1}"/>
              </a:ext>
            </a:extLst>
          </p:cNvPr>
          <p:cNvCxnSpPr/>
          <p:nvPr>
            <p:custDataLst>
              <p:tags r:id="rId9"/>
            </p:custDataLst>
          </p:nvPr>
        </p:nvCxnSpPr>
        <p:spPr bwMode="gray">
          <a:xfrm>
            <a:off x="4757738" y="3309938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3D67362-18C0-1202-5367-6A41E4598FE4}"/>
              </a:ext>
            </a:extLst>
          </p:cNvPr>
          <p:cNvCxnSpPr/>
          <p:nvPr>
            <p:custDataLst>
              <p:tags r:id="rId10"/>
            </p:custDataLst>
          </p:nvPr>
        </p:nvCxnSpPr>
        <p:spPr bwMode="gray">
          <a:xfrm>
            <a:off x="5645150" y="3254375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4AB4B06-4C65-443C-4375-E612955AFEFB}"/>
              </a:ext>
            </a:extLst>
          </p:cNvPr>
          <p:cNvCxnSpPr/>
          <p:nvPr>
            <p:custDataLst>
              <p:tags r:id="rId11"/>
            </p:custDataLst>
          </p:nvPr>
        </p:nvCxnSpPr>
        <p:spPr bwMode="gray">
          <a:xfrm>
            <a:off x="6532563" y="3184525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D7F3D442-9559-F19E-C4FE-DBD349C90614}"/>
              </a:ext>
            </a:extLst>
          </p:cNvPr>
          <p:cNvGraphicFramePr/>
          <p:nvPr>
            <p:custDataLst>
              <p:tags r:id="rId12"/>
            </p:custDataLst>
          </p:nvPr>
        </p:nvGraphicFramePr>
        <p:xfrm>
          <a:off x="436563" y="3101975"/>
          <a:ext cx="7262812" cy="855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7"/>
          </a:graphicData>
        </a:graphic>
      </p:graphicFrame>
      <p:sp>
        <p:nvSpPr>
          <p:cNvPr id="98" name="Text Placeholder 2">
            <a:extLst>
              <a:ext uri="{FF2B5EF4-FFF2-40B4-BE49-F238E27FC236}">
                <a16:creationId xmlns:a16="http://schemas.microsoft.com/office/drawing/2014/main" id="{60C74691-6C34-99ED-927E-58D58DE263B2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557214" y="3908425"/>
            <a:ext cx="8112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55948F1-6383-49B6-80A6-6EDD9597A45D}" type="datetime'''1.'' In re''view'''''''' t''o be tak''en ''to ''marke''t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1. In review to be taken to market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99" name="Text Placeholder 2">
            <a:extLst>
              <a:ext uri="{FF2B5EF4-FFF2-40B4-BE49-F238E27FC236}">
                <a16:creationId xmlns:a16="http://schemas.microsoft.com/office/drawing/2014/main" id="{AE5AA2F4-9B0E-DA60-C536-D8C5187BE022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1571625" y="3908425"/>
            <a:ext cx="557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5F75025-81D2-4F33-A7EF-0E06F4B8E040}" type="datetime'2''''. ''Cont''''rac''t con''''fir''med&#10;f''or'' bid''''din''g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2. Contract confirmed
for bidding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1" name="Text Placeholder 2">
            <a:extLst>
              <a:ext uri="{FF2B5EF4-FFF2-40B4-BE49-F238E27FC236}">
                <a16:creationId xmlns:a16="http://schemas.microsoft.com/office/drawing/2014/main" id="{3AB5D92A-9527-E827-0B37-EA5423B473F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2322513" y="3908425"/>
            <a:ext cx="828675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0817367-BB72-4EC6-84EA-29A4A58E2F8A}" type="datetime'''3''''''''. ''Sc''''op''''''''''''''e'' ''d''ef''i''''n''ed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3. Scope defined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4" name="Text Placeholder 2">
            <a:extLst>
              <a:ext uri="{FF2B5EF4-FFF2-40B4-BE49-F238E27FC236}">
                <a16:creationId xmlns:a16="http://schemas.microsoft.com/office/drawing/2014/main" id="{34856683-E6A4-84C2-7B25-81EF1423EA79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3340100" y="3908425"/>
            <a:ext cx="5683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DDDDC39-182E-4347-A4A9-5B16438974BD}" type="datetime'4''. Te''nder&#10;''''i''''''''''''''''n p''r''og''re''s''s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4. Tender
in progress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678295C9-260C-5690-9BBB-E11F66C8B0CA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4194175" y="3908425"/>
            <a:ext cx="635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D81D184-3E79-4D3F-906B-99311482D0F7}" type="datetime'''''''5''''. Ten''''''d''''er&#10;''''i''''''n ''eval''ua''tion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5. Tender
in evaluation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6F5879C3-C742-95F3-58AE-B636E96C461D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5197475" y="3908425"/>
            <a:ext cx="4016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3280EEA-736B-4BA3-9CBA-5FCE2BC412D9}" type="datetime'''''6''''''''.'' C''on-''''&#10;''''''trac''ti''''n''''''''''g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6. Con-
tracting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9AFE583E-E12E-F246-7878-C4F535C44394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5880101" y="3908425"/>
            <a:ext cx="811213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5693ED4-C4A9-4672-8AC2-3E1AB63B3A0D}" type="datetime'7. V''''''a''''lue'''''' ''''''D''''el''i''ve''''r''''y''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7. Value Delivery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8D014C58-8846-9E0E-3C5A-52ED48096EDE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7045325" y="3908425"/>
            <a:ext cx="25400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5591669-EBEC-46C0-BFB2-A47A5B931512}" type="datetime'''''''T''''''''''''ot''a''l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Total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12" name="Text Placeholder 2">
            <a:extLst>
              <a:ext uri="{FF2B5EF4-FFF2-40B4-BE49-F238E27FC236}">
                <a16:creationId xmlns:a16="http://schemas.microsoft.com/office/drawing/2014/main" id="{D66E0A73-717E-FC1C-245F-3DC0B42EE047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768350" y="3440113"/>
            <a:ext cx="3873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26118F8-0335-4071-A59F-AB3AFDD322D0}" type="datetime''''' 2''''''''''''''''''3''''''''9''''m'''' ''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239m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262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49CE4510-787C-EFB9-3F3A-5C6B77AD4A29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1658938" y="3265488"/>
            <a:ext cx="3825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ECC3B4C-C77F-4FDC-9E63-F6F345C90A2C}" type="datetime''''''''' ''''''''25''''''''4''''''''''''''''''''''''m 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254m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307</a:t>
            </a:r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052787C8-F792-515D-69B1-5A8870FFA7B8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2582863" y="3213100"/>
            <a:ext cx="3095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3AA4EAB-8D0D-4CDA-9A9B-44EFFC2595E2}" type="datetime''' ''7''''''''''''''''''''''4''m'''''''' 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74m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111</a:t>
            </a:r>
          </a:p>
        </p:txBody>
      </p:sp>
      <p:sp>
        <p:nvSpPr>
          <p:cNvPr id="133" name="Text Placeholder 2">
            <a:extLst>
              <a:ext uri="{FF2B5EF4-FFF2-40B4-BE49-F238E27FC236}">
                <a16:creationId xmlns:a16="http://schemas.microsoft.com/office/drawing/2014/main" id="{F8AE5B28-B08A-29DD-575B-1FC77994CDF4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3473450" y="3160713"/>
            <a:ext cx="3016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B116AA0-5DBC-4655-8965-51FF67C287D5}" type="datetime''''''''''''''''''''' 7''''''7''''m'''''''''' 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77m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17</a:t>
            </a:r>
          </a:p>
        </p:txBody>
      </p:sp>
      <p:sp>
        <p:nvSpPr>
          <p:cNvPr id="134" name="Text Placeholder 2">
            <a:extLst>
              <a:ext uri="{FF2B5EF4-FFF2-40B4-BE49-F238E27FC236}">
                <a16:creationId xmlns:a16="http://schemas.microsoft.com/office/drawing/2014/main" id="{E9D97428-D7CE-8CB0-B005-9F8FFF9CEC1D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4337050" y="3040063"/>
            <a:ext cx="3508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2A3D9F2-83DF-45B3-A760-A5C74769096C}" type="datetime''''''''''' ''''''''''1''7''''''''3''m'' 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173m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127</a:t>
            </a: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EEAEF4F9-F359-5F03-9C10-1C7B96CEF4AE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5246688" y="2984500"/>
            <a:ext cx="3032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F568A0E-A09B-4712-BC3F-3819D4E707CB}" type="datetime''''''''''''''''' ''''''''''8''''''1m'''''' ''''''''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81m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88</a:t>
            </a:r>
          </a:p>
        </p:txBody>
      </p:sp>
      <p:sp>
        <p:nvSpPr>
          <p:cNvPr id="136" name="Text Placeholder 2">
            <a:extLst>
              <a:ext uri="{FF2B5EF4-FFF2-40B4-BE49-F238E27FC236}">
                <a16:creationId xmlns:a16="http://schemas.microsoft.com/office/drawing/2014/main" id="{796729D9-5E38-C052-92D2-9E99F39BF82B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6102350" y="2914650"/>
            <a:ext cx="3667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93FF56E-3823-46BE-B335-41ED40E4D4E9}" type="datetime''''' ''''1''0''''2''''''m 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102m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88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BDD95628-647C-5C7E-0E59-20F9A1E2906B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6975475" y="2914650"/>
            <a:ext cx="3952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E6E2D26-73DE-49F0-A7F6-026E267C476D}" type="datetime'''1''''''''''''''''b''''''''''''''''''''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1b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1</a:t>
            </a:r>
            <a:r>
              <a:rPr kumimoji="0" lang="en-DE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,</a:t>
            </a: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000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54C311A-FEB6-3128-A655-982AC230D1EF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8012113" y="6683375"/>
            <a:ext cx="142875" cy="106363"/>
          </a:xfrm>
          <a:prstGeom prst="rect">
            <a:avLst/>
          </a:prstGeom>
          <a:solidFill>
            <a:srgbClr val="D6A300"/>
          </a:solidFill>
          <a:ln w="317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for BP Light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822E3790-99FE-1A59-1193-A5D6C7476536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8702675" y="6683375"/>
            <a:ext cx="142875" cy="106363"/>
          </a:xfrm>
          <a:prstGeom prst="rect">
            <a:avLst/>
          </a:prstGeom>
          <a:solidFill>
            <a:srgbClr val="6AA700"/>
          </a:solidFill>
          <a:ln w="317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for BP Light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8025F1EE-16FC-235B-F873-7923895FEF0F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9412288" y="6683375"/>
            <a:ext cx="142875" cy="106363"/>
          </a:xfrm>
          <a:prstGeom prst="rect">
            <a:avLst/>
          </a:prstGeom>
          <a:solidFill>
            <a:schemeClr val="accent3"/>
          </a:solidFill>
          <a:ln w="317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for BP Light"/>
              <a:ea typeface="+mn-ea"/>
              <a:cs typeface="+mn-cs"/>
            </a:endParaRPr>
          </a:p>
        </p:txBody>
      </p:sp>
      <p:sp>
        <p:nvSpPr>
          <p:cNvPr id="141" name="Text Placeholder 2">
            <a:extLst>
              <a:ext uri="{FF2B5EF4-FFF2-40B4-BE49-F238E27FC236}">
                <a16:creationId xmlns:a16="http://schemas.microsoft.com/office/drawing/2014/main" id="{C9643F59-0673-C273-C274-21B16444C9FF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8205788" y="6678613"/>
            <a:ext cx="395288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1F44F19-13DB-4F42-A60A-D4DE0B41DCA0}" type="datetime'''''''''''''P''''i''''''''''p''''el''''''''i''n''e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Pipeline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42" name="Text Placeholder 2">
            <a:extLst>
              <a:ext uri="{FF2B5EF4-FFF2-40B4-BE49-F238E27FC236}">
                <a16:creationId xmlns:a16="http://schemas.microsoft.com/office/drawing/2014/main" id="{CC6D8947-0571-8A48-38EC-78F54BEAF212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8896350" y="6678613"/>
            <a:ext cx="414338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290F1B8-F8A3-469B-8DF4-0A97B888AF64}" type="datetime'''''''''I''''''''''''n''-''''''F''''''''''''l''''ig''''''ht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In-Flight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44" name="Text Placeholder 2">
            <a:extLst>
              <a:ext uri="{FF2B5EF4-FFF2-40B4-BE49-F238E27FC236}">
                <a16:creationId xmlns:a16="http://schemas.microsoft.com/office/drawing/2014/main" id="{2B753EB6-D842-B8C8-2687-6BDC4E81CED6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9605963" y="6678613"/>
            <a:ext cx="54610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B76CCE1-6CC8-47C7-8A79-54170FE4DCF6}" type="datetime'''''Co''''m''''''p''''l''''''ete''''''''''''''''''''''''''d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Completed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CEB19D2D-4C6D-DD8E-6433-45C58F493C1F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1893232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F4B748A8-CBE5-2597-5D86-0A2F2536C5AA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3366432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58EF3542-4BF2-D8BB-E613-EAB5A194A28E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4838044" y="5114925"/>
            <a:ext cx="1404938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E36E7E72-727A-EBF4-2AEC-AB752D2DBF91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6311244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CB87D6C8-25A7-C115-7775-58AA1E16D34F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420032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0A03A3DD-FC6B-A85A-A0DC-205C3B4373B1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420032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</a:t>
            </a: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&amp;C ESA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#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263 </a:t>
            </a: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contracts</a:t>
            </a: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</a:endParaRP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B8F1F5EB-9899-0B38-8F91-E3A6A96E3C9D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1893232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M&amp;C Americas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#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349</a:t>
            </a: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 contracts</a:t>
            </a: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2A3E82FC-923F-2BED-2D08-134521477B0D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3366432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</a:t>
            </a: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C&amp;</a:t>
            </a: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 </a:t>
            </a: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Asia Pacific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#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106</a:t>
            </a: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 contracts</a:t>
            </a: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</a:endParaRP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BF02FFBB-2E43-DD5B-88D5-B5D06B380C08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4838044" y="4789488"/>
            <a:ext cx="1404938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(Headings)"/>
                <a:ea typeface="+mn-ea"/>
                <a:cs typeface="+mn-cs"/>
              </a:rPr>
              <a:t>Castrol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#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216</a:t>
            </a: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 contracts</a:t>
            </a: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DBB4D7D3-F70D-B956-1D27-83BB5E57EC01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6311244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bp Sans Light" panose="020B0404010101010104" pitchFamily="34" charset="0"/>
                <a:cs typeface="bp Sans Light" panose="020B0404010101010104" pitchFamily="34" charset="0"/>
              </a:rPr>
              <a:t>Others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#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66 </a:t>
            </a: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contracts</a:t>
            </a: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</a:endParaRPr>
          </a:p>
        </p:txBody>
      </p:sp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44E6A912-F2C5-8076-F74D-CA993B20C016}"/>
              </a:ext>
            </a:extLst>
          </p:cNvPr>
          <p:cNvGraphicFramePr/>
          <p:nvPr>
            <p:custDataLst>
              <p:tags r:id="rId45"/>
            </p:custDataLst>
          </p:nvPr>
        </p:nvGraphicFramePr>
        <p:xfrm>
          <a:off x="600075" y="5299075"/>
          <a:ext cx="1044575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8"/>
          </a:graphicData>
        </a:graphic>
      </p:graphicFrame>
      <p:sp>
        <p:nvSpPr>
          <p:cNvPr id="286" name="Text Placeholder 2">
            <a:extLst>
              <a:ext uri="{FF2B5EF4-FFF2-40B4-BE49-F238E27FC236}">
                <a16:creationId xmlns:a16="http://schemas.microsoft.com/office/drawing/2014/main" id="{85D9ED07-B663-66BA-E3F2-12E2F567980E}"/>
              </a:ext>
            </a:extLst>
          </p:cNvPr>
          <p:cNvSpPr>
            <a:spLocks/>
          </p:cNvSpPr>
          <p:nvPr>
            <p:custDataLst>
              <p:tags r:id="rId46"/>
            </p:custDataLst>
          </p:nvPr>
        </p:nvSpPr>
        <p:spPr bwMode="auto">
          <a:xfrm>
            <a:off x="1360488" y="6065838"/>
            <a:ext cx="3238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BF2F4E0-E412-4C73-964D-79413B58CD41}" type="datetime''''''''' ''1''''''''0''''4''''''''''''''''''''m'' 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104m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74</a:t>
            </a:r>
          </a:p>
        </p:txBody>
      </p:sp>
      <p:sp>
        <p:nvSpPr>
          <p:cNvPr id="287" name="Text Placeholder 2">
            <a:extLst>
              <a:ext uri="{FF2B5EF4-FFF2-40B4-BE49-F238E27FC236}">
                <a16:creationId xmlns:a16="http://schemas.microsoft.com/office/drawing/2014/main" id="{EE9B40E3-E606-9DF0-9F2A-356881140A50}"/>
              </a:ext>
            </a:extLst>
          </p:cNvPr>
          <p:cNvSpPr>
            <a:spLocks/>
          </p:cNvSpPr>
          <p:nvPr>
            <p:custDataLst>
              <p:tags r:id="rId47"/>
            </p:custDataLst>
          </p:nvPr>
        </p:nvSpPr>
        <p:spPr bwMode="auto">
          <a:xfrm>
            <a:off x="482600" y="5251450"/>
            <a:ext cx="3238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3CD7C51-B85B-488E-90DE-AB702BF180F4}" type="datetime' ''''''''''''''''''182''''''''''''m'''' 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182m </a:t>
            </a:fld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162</a:t>
            </a:r>
          </a:p>
        </p:txBody>
      </p:sp>
      <p:sp>
        <p:nvSpPr>
          <p:cNvPr id="288" name="Text Placeholder 2">
            <a:extLst>
              <a:ext uri="{FF2B5EF4-FFF2-40B4-BE49-F238E27FC236}">
                <a16:creationId xmlns:a16="http://schemas.microsoft.com/office/drawing/2014/main" id="{892F01A4-0C18-429D-C93A-2DB79BA91483}"/>
              </a:ext>
            </a:extLst>
          </p:cNvPr>
          <p:cNvSpPr>
            <a:spLocks/>
          </p:cNvSpPr>
          <p:nvPr>
            <p:custDataLst>
              <p:tags r:id="rId48"/>
            </p:custDataLst>
          </p:nvPr>
        </p:nvSpPr>
        <p:spPr bwMode="auto">
          <a:xfrm>
            <a:off x="1538287" y="5487988"/>
            <a:ext cx="2809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3B319F0-6073-4E1F-BAA6-3D5B9EEA8FE6}" type="datetime' ''''''''''''''''''''''3''''''''2''''''''''''m'''''' 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32m </a:t>
            </a:fld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27</a:t>
            </a:r>
          </a:p>
        </p:txBody>
      </p:sp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F51D43AB-ACAA-C36B-FE89-51D705CFCD61}"/>
              </a:ext>
            </a:extLst>
          </p:cNvPr>
          <p:cNvGraphicFramePr/>
          <p:nvPr>
            <p:custDataLst>
              <p:tags r:id="rId49"/>
            </p:custDataLst>
          </p:nvPr>
        </p:nvGraphicFramePr>
        <p:xfrm>
          <a:off x="2073275" y="5299075"/>
          <a:ext cx="1044575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9"/>
          </a:graphicData>
        </a:graphic>
      </p:graphicFrame>
      <p:sp>
        <p:nvSpPr>
          <p:cNvPr id="290" name="Text Placeholder 2">
            <a:extLst>
              <a:ext uri="{FF2B5EF4-FFF2-40B4-BE49-F238E27FC236}">
                <a16:creationId xmlns:a16="http://schemas.microsoft.com/office/drawing/2014/main" id="{690FA9AE-245E-EF78-BEE5-5F7A736B048A}"/>
              </a:ext>
            </a:extLst>
          </p:cNvPr>
          <p:cNvSpPr>
            <a:spLocks/>
          </p:cNvSpPr>
          <p:nvPr>
            <p:custDataLst>
              <p:tags r:id="rId50"/>
            </p:custDataLst>
          </p:nvPr>
        </p:nvSpPr>
        <p:spPr bwMode="auto">
          <a:xfrm>
            <a:off x="2032000" y="5191125"/>
            <a:ext cx="3190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748C5B9-E3DE-418B-BA50-57E8550D02E9}" type="datetime''''''' ''''12''5''''''m'''''''''''''''''''''''' 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125m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301</a:t>
            </a:r>
          </a:p>
        </p:txBody>
      </p:sp>
      <p:sp>
        <p:nvSpPr>
          <p:cNvPr id="291" name="Text Placeholder 2">
            <a:extLst>
              <a:ext uri="{FF2B5EF4-FFF2-40B4-BE49-F238E27FC236}">
                <a16:creationId xmlns:a16="http://schemas.microsoft.com/office/drawing/2014/main" id="{77170EF9-1DE2-6D8D-4478-2E2EC1CF4CB6}"/>
              </a:ext>
            </a:extLst>
          </p:cNvPr>
          <p:cNvSpPr>
            <a:spLocks/>
          </p:cNvSpPr>
          <p:nvPr>
            <p:custDataLst>
              <p:tags r:id="rId51"/>
            </p:custDataLst>
          </p:nvPr>
        </p:nvSpPr>
        <p:spPr bwMode="auto">
          <a:xfrm>
            <a:off x="2905125" y="5243513"/>
            <a:ext cx="3159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5054F2B-3F23-4AA4-A996-18ACD25112A9}" type="datetime' ''''''1''''''''''''''''07''''''m'''''''''''''''''' 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107m </a:t>
            </a:fld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44</a:t>
            </a:r>
          </a:p>
        </p:txBody>
      </p:sp>
      <p:sp>
        <p:nvSpPr>
          <p:cNvPr id="292" name="Text Placeholder 2">
            <a:extLst>
              <a:ext uri="{FF2B5EF4-FFF2-40B4-BE49-F238E27FC236}">
                <a16:creationId xmlns:a16="http://schemas.microsoft.com/office/drawing/2014/main" id="{24AD8DE3-54E0-E76B-2E80-808B60034E7C}"/>
              </a:ext>
            </a:extLst>
          </p:cNvPr>
          <p:cNvSpPr>
            <a:spLocks/>
          </p:cNvSpPr>
          <p:nvPr>
            <p:custDataLst>
              <p:tags r:id="rId52"/>
            </p:custDataLst>
          </p:nvPr>
        </p:nvSpPr>
        <p:spPr bwMode="auto">
          <a:xfrm>
            <a:off x="2606675" y="6145213"/>
            <a:ext cx="2190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9FF96D8-14B5-4874-A497-1FE5843173BD}" type="datetime''''''''''''''''''' 3''''''''''''''''m'''' 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3m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4</a:t>
            </a:r>
          </a:p>
        </p:txBody>
      </p:sp>
      <p:graphicFrame>
        <p:nvGraphicFramePr>
          <p:cNvPr id="490" name="Chart 489">
            <a:extLst>
              <a:ext uri="{FF2B5EF4-FFF2-40B4-BE49-F238E27FC236}">
                <a16:creationId xmlns:a16="http://schemas.microsoft.com/office/drawing/2014/main" id="{46A491B8-BA29-BDA3-A6A3-0944384975E4}"/>
              </a:ext>
            </a:extLst>
          </p:cNvPr>
          <p:cNvGraphicFramePr/>
          <p:nvPr>
            <p:custDataLst>
              <p:tags r:id="rId53"/>
            </p:custDataLst>
          </p:nvPr>
        </p:nvGraphicFramePr>
        <p:xfrm>
          <a:off x="3546475" y="5299075"/>
          <a:ext cx="1044575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0"/>
          </a:graphicData>
        </a:graphic>
      </p:graphicFrame>
      <p:sp>
        <p:nvSpPr>
          <p:cNvPr id="294" name="Text Placeholder 2">
            <a:extLst>
              <a:ext uri="{FF2B5EF4-FFF2-40B4-BE49-F238E27FC236}">
                <a16:creationId xmlns:a16="http://schemas.microsoft.com/office/drawing/2014/main" id="{A2DD7BCA-7968-A422-3AF9-7EF08EC52CDD}"/>
              </a:ext>
            </a:extLst>
          </p:cNvPr>
          <p:cNvSpPr>
            <a:spLocks/>
          </p:cNvSpPr>
          <p:nvPr>
            <p:custDataLst>
              <p:tags r:id="rId54"/>
            </p:custDataLst>
          </p:nvPr>
        </p:nvSpPr>
        <p:spPr bwMode="auto">
          <a:xfrm>
            <a:off x="3598863" y="6116638"/>
            <a:ext cx="3222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35C607F-DE3D-4F67-83B1-2BE736C9BC40}" type="datetime' ''''139''''''m'''''''''''''''''' ''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139m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85</a:t>
            </a:r>
          </a:p>
        </p:txBody>
      </p:sp>
      <p:sp>
        <p:nvSpPr>
          <p:cNvPr id="295" name="Text Placeholder 2">
            <a:extLst>
              <a:ext uri="{FF2B5EF4-FFF2-40B4-BE49-F238E27FC236}">
                <a16:creationId xmlns:a16="http://schemas.microsoft.com/office/drawing/2014/main" id="{E5647854-31AE-4ABB-5431-B39A711A26C6}"/>
              </a:ext>
            </a:extLst>
          </p:cNvPr>
          <p:cNvSpPr>
            <a:spLocks/>
          </p:cNvSpPr>
          <p:nvPr>
            <p:custDataLst>
              <p:tags r:id="rId55"/>
            </p:custDataLst>
          </p:nvPr>
        </p:nvSpPr>
        <p:spPr bwMode="auto">
          <a:xfrm>
            <a:off x="4316413" y="5192713"/>
            <a:ext cx="2762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2068E64-146E-460D-8ACE-8DB1974926F5}" type="datetime''''''''''''''''''''''' ''''''4''4''''''''''''''''m'' 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44m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16</a:t>
            </a:r>
          </a:p>
        </p:txBody>
      </p:sp>
      <p:sp>
        <p:nvSpPr>
          <p:cNvPr id="296" name="Text Placeholder 2">
            <a:extLst>
              <a:ext uri="{FF2B5EF4-FFF2-40B4-BE49-F238E27FC236}">
                <a16:creationId xmlns:a16="http://schemas.microsoft.com/office/drawing/2014/main" id="{DDEBE661-D7CF-D439-0644-EBFB83582C01}"/>
              </a:ext>
            </a:extLst>
          </p:cNvPr>
          <p:cNvSpPr>
            <a:spLocks/>
          </p:cNvSpPr>
          <p:nvPr>
            <p:custDataLst>
              <p:tags r:id="rId56"/>
            </p:custDataLst>
          </p:nvPr>
        </p:nvSpPr>
        <p:spPr bwMode="auto">
          <a:xfrm>
            <a:off x="4486275" y="5626100"/>
            <a:ext cx="2587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en-US" sz="8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0.5m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5</a:t>
            </a:r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590A29C8-25B3-7D0A-DBB9-06E500F7ADA5}"/>
              </a:ext>
            </a:extLst>
          </p:cNvPr>
          <p:cNvGraphicFramePr/>
          <p:nvPr>
            <p:custDataLst>
              <p:tags r:id="rId57"/>
            </p:custDataLst>
          </p:nvPr>
        </p:nvGraphicFramePr>
        <p:xfrm>
          <a:off x="5019675" y="5299075"/>
          <a:ext cx="1042988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1"/>
          </a:graphicData>
        </a:graphic>
      </p:graphicFrame>
      <p:sp>
        <p:nvSpPr>
          <p:cNvPr id="298" name="Text Placeholder 2">
            <a:extLst>
              <a:ext uri="{FF2B5EF4-FFF2-40B4-BE49-F238E27FC236}">
                <a16:creationId xmlns:a16="http://schemas.microsoft.com/office/drawing/2014/main" id="{B5448D3D-51DC-6320-56BC-59539879BDED}"/>
              </a:ext>
            </a:extLst>
          </p:cNvPr>
          <p:cNvSpPr>
            <a:spLocks/>
          </p:cNvSpPr>
          <p:nvPr>
            <p:custDataLst>
              <p:tags r:id="rId58"/>
            </p:custDataLst>
          </p:nvPr>
        </p:nvSpPr>
        <p:spPr bwMode="auto">
          <a:xfrm>
            <a:off x="5816600" y="5214938"/>
            <a:ext cx="2936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8C6EFFA-E72D-4E9F-A8DD-90084C2B5E6E}" type="datetime''''' 8''''''''''''0''m'' ''''''''''''''''''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80m </a:t>
            </a:fld>
            <a:endParaRPr kumimoji="0" lang="en-GB" altLang="en-US" sz="800" b="1" i="0" u="none" strike="noStrike" kern="1200" cap="none" spc="0" normalizeH="0" baseline="0" noProof="0" dirty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79</a:t>
            </a:r>
          </a:p>
        </p:txBody>
      </p:sp>
      <p:sp>
        <p:nvSpPr>
          <p:cNvPr id="299" name="Text Placeholder 2">
            <a:extLst>
              <a:ext uri="{FF2B5EF4-FFF2-40B4-BE49-F238E27FC236}">
                <a16:creationId xmlns:a16="http://schemas.microsoft.com/office/drawing/2014/main" id="{9B958A6B-2A35-A54C-CF76-EE2D495320B7}"/>
              </a:ext>
            </a:extLst>
          </p:cNvPr>
          <p:cNvSpPr>
            <a:spLocks/>
          </p:cNvSpPr>
          <p:nvPr>
            <p:custDataLst>
              <p:tags r:id="rId59"/>
            </p:custDataLst>
          </p:nvPr>
        </p:nvSpPr>
        <p:spPr bwMode="auto">
          <a:xfrm>
            <a:off x="5778500" y="6065838"/>
            <a:ext cx="2809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3C64465-EFAB-42D0-A8B3-BA29ECB8D4E5}" type="datetime''' ''''''''32''m'''''''''''''''''''''''''''''''''' 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32m </a:t>
            </a:fld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91</a:t>
            </a:r>
          </a:p>
        </p:txBody>
      </p:sp>
      <p:sp>
        <p:nvSpPr>
          <p:cNvPr id="300" name="Text Placeholder 2">
            <a:extLst>
              <a:ext uri="{FF2B5EF4-FFF2-40B4-BE49-F238E27FC236}">
                <a16:creationId xmlns:a16="http://schemas.microsoft.com/office/drawing/2014/main" id="{742543EC-1452-359F-0175-EE4295FC036C}"/>
              </a:ext>
            </a:extLst>
          </p:cNvPr>
          <p:cNvSpPr>
            <a:spLocks/>
          </p:cNvSpPr>
          <p:nvPr>
            <p:custDataLst>
              <p:tags r:id="rId60"/>
            </p:custDataLst>
          </p:nvPr>
        </p:nvSpPr>
        <p:spPr bwMode="auto">
          <a:xfrm>
            <a:off x="4916488" y="5978525"/>
            <a:ext cx="2889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16316ED-C133-473D-80C2-5E758F2237B3}" type="datetime''''''''' ''''''''3''''''0m'' ''''''''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30m </a:t>
            </a:fld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46</a:t>
            </a:r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4ECB5604-C3D3-0870-1B9A-4F2EF347D039}"/>
              </a:ext>
            </a:extLst>
          </p:cNvPr>
          <p:cNvGraphicFramePr/>
          <p:nvPr>
            <p:custDataLst>
              <p:tags r:id="rId61"/>
            </p:custDataLst>
          </p:nvPr>
        </p:nvGraphicFramePr>
        <p:xfrm>
          <a:off x="6491288" y="5299075"/>
          <a:ext cx="1044575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2"/>
          </a:graphicData>
        </a:graphic>
      </p:graphicFrame>
      <p:sp>
        <p:nvSpPr>
          <p:cNvPr id="302" name="Text Placeholder 2">
            <a:extLst>
              <a:ext uri="{FF2B5EF4-FFF2-40B4-BE49-F238E27FC236}">
                <a16:creationId xmlns:a16="http://schemas.microsoft.com/office/drawing/2014/main" id="{C6A5816D-4386-0205-9D10-608FC852A53D}"/>
              </a:ext>
            </a:extLst>
          </p:cNvPr>
          <p:cNvSpPr>
            <a:spLocks/>
          </p:cNvSpPr>
          <p:nvPr>
            <p:custDataLst>
              <p:tags r:id="rId62"/>
            </p:custDataLst>
          </p:nvPr>
        </p:nvSpPr>
        <p:spPr bwMode="auto">
          <a:xfrm>
            <a:off x="6503988" y="5183188"/>
            <a:ext cx="2762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4CE717D-776C-4788-B795-8B0BBB9E9CFB}" type="datetime''''''''''''''''''' 4''''''4''''''''''''''''''''''m 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44m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30</a:t>
            </a:r>
          </a:p>
        </p:txBody>
      </p:sp>
      <p:sp>
        <p:nvSpPr>
          <p:cNvPr id="303" name="Text Placeholder 2">
            <a:extLst>
              <a:ext uri="{FF2B5EF4-FFF2-40B4-BE49-F238E27FC236}">
                <a16:creationId xmlns:a16="http://schemas.microsoft.com/office/drawing/2014/main" id="{8015579A-7E01-A113-19CE-75A8B3AF8774}"/>
              </a:ext>
            </a:extLst>
          </p:cNvPr>
          <p:cNvSpPr>
            <a:spLocks/>
          </p:cNvSpPr>
          <p:nvPr>
            <p:custDataLst>
              <p:tags r:id="rId63"/>
            </p:custDataLst>
          </p:nvPr>
        </p:nvSpPr>
        <p:spPr bwMode="auto">
          <a:xfrm>
            <a:off x="7359650" y="5964238"/>
            <a:ext cx="25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2F88D07-55EB-4A03-A198-6E258E54B18E}" type="datetime''''''' 4''''''1''''''''''''m'''''' 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41m </a:t>
            </a:fld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30</a:t>
            </a:r>
          </a:p>
        </p:txBody>
      </p:sp>
      <p:sp>
        <p:nvSpPr>
          <p:cNvPr id="304" name="Text Placeholder 2">
            <a:extLst>
              <a:ext uri="{FF2B5EF4-FFF2-40B4-BE49-F238E27FC236}">
                <a16:creationId xmlns:a16="http://schemas.microsoft.com/office/drawing/2014/main" id="{732149B1-2476-E17F-EA0C-25E3D27A3932}"/>
              </a:ext>
            </a:extLst>
          </p:cNvPr>
          <p:cNvSpPr>
            <a:spLocks/>
          </p:cNvSpPr>
          <p:nvPr>
            <p:custDataLst>
              <p:tags r:id="rId64"/>
            </p:custDataLst>
          </p:nvPr>
        </p:nvSpPr>
        <p:spPr bwMode="auto">
          <a:xfrm>
            <a:off x="6329363" y="5862638"/>
            <a:ext cx="2841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76BD852-C46E-451D-8E7F-942E9386F431}" type="datetime' 3''''''''''''6''''m ''''''''''''''''''''''''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5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36m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5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5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6</a:t>
            </a:r>
          </a:p>
        </p:txBody>
      </p:sp>
      <p:cxnSp>
        <p:nvCxnSpPr>
          <p:cNvPr id="396" name="Straight Connector 395">
            <a:extLst>
              <a:ext uri="{FF2B5EF4-FFF2-40B4-BE49-F238E27FC236}">
                <a16:creationId xmlns:a16="http://schemas.microsoft.com/office/drawing/2014/main" id="{B5833B40-E0E3-54E4-D4B6-D2BAE0B12C14}"/>
              </a:ext>
            </a:extLst>
          </p:cNvPr>
          <p:cNvCxnSpPr/>
          <p:nvPr>
            <p:custDataLst>
              <p:tags r:id="rId65"/>
            </p:custDataLst>
          </p:nvPr>
        </p:nvCxnSpPr>
        <p:spPr bwMode="gray">
          <a:xfrm>
            <a:off x="8266113" y="573087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7" name="Straight Connector 396">
            <a:extLst>
              <a:ext uri="{FF2B5EF4-FFF2-40B4-BE49-F238E27FC236}">
                <a16:creationId xmlns:a16="http://schemas.microsoft.com/office/drawing/2014/main" id="{FBD1F00C-8FD7-805E-D292-41B6BF177D42}"/>
              </a:ext>
            </a:extLst>
          </p:cNvPr>
          <p:cNvCxnSpPr/>
          <p:nvPr>
            <p:custDataLst>
              <p:tags r:id="rId66"/>
            </p:custDataLst>
          </p:nvPr>
        </p:nvCxnSpPr>
        <p:spPr bwMode="gray">
          <a:xfrm>
            <a:off x="8574088" y="5459413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8" name="Straight Connector 397">
            <a:extLst>
              <a:ext uri="{FF2B5EF4-FFF2-40B4-BE49-F238E27FC236}">
                <a16:creationId xmlns:a16="http://schemas.microsoft.com/office/drawing/2014/main" id="{59359CC4-BB74-CE0F-85AD-BEBB5536E902}"/>
              </a:ext>
            </a:extLst>
          </p:cNvPr>
          <p:cNvCxnSpPr/>
          <p:nvPr>
            <p:custDataLst>
              <p:tags r:id="rId67"/>
            </p:custDataLst>
          </p:nvPr>
        </p:nvCxnSpPr>
        <p:spPr bwMode="gray">
          <a:xfrm>
            <a:off x="8882063" y="539432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9" name="Straight Connector 398">
            <a:extLst>
              <a:ext uri="{FF2B5EF4-FFF2-40B4-BE49-F238E27FC236}">
                <a16:creationId xmlns:a16="http://schemas.microsoft.com/office/drawing/2014/main" id="{DB195EBC-43F0-42F3-C72A-5F2C2D19B569}"/>
              </a:ext>
            </a:extLst>
          </p:cNvPr>
          <p:cNvCxnSpPr/>
          <p:nvPr>
            <p:custDataLst>
              <p:tags r:id="rId68"/>
            </p:custDataLst>
          </p:nvPr>
        </p:nvCxnSpPr>
        <p:spPr bwMode="gray">
          <a:xfrm>
            <a:off x="9190038" y="5246688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C72DCB42-D300-17D3-9133-1C7C2367ABB2}"/>
              </a:ext>
            </a:extLst>
          </p:cNvPr>
          <p:cNvCxnSpPr/>
          <p:nvPr>
            <p:custDataLst>
              <p:tags r:id="rId69"/>
            </p:custDataLst>
          </p:nvPr>
        </p:nvCxnSpPr>
        <p:spPr bwMode="gray">
          <a:xfrm>
            <a:off x="9498013" y="511492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70CEB233-20CE-DD76-54D7-C493A699D5BD}"/>
              </a:ext>
            </a:extLst>
          </p:cNvPr>
          <p:cNvGraphicFramePr/>
          <p:nvPr>
            <p:custDataLst>
              <p:tags r:id="rId70"/>
            </p:custDataLst>
          </p:nvPr>
        </p:nvGraphicFramePr>
        <p:xfrm>
          <a:off x="7943850" y="5032375"/>
          <a:ext cx="2012950" cy="1108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3"/>
          </a:graphicData>
        </a:graphic>
      </p:graphicFrame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135AB225-D387-B177-9255-C713539A5A36}"/>
              </a:ext>
            </a:extLst>
          </p:cNvPr>
          <p:cNvCxnSpPr>
            <a:cxnSpLocks/>
          </p:cNvCxnSpPr>
          <p:nvPr>
            <p:custDataLst>
              <p:tags r:id="rId71"/>
            </p:custDataLst>
          </p:nvPr>
        </p:nvCxnSpPr>
        <p:spPr bwMode="gray">
          <a:xfrm flipH="1">
            <a:off x="9783763" y="5192713"/>
            <a:ext cx="34925" cy="0"/>
          </a:xfrm>
          <a:prstGeom prst="line">
            <a:avLst/>
          </a:prstGeom>
          <a:ln w="635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3" name="Straight Connector 402">
            <a:extLst>
              <a:ext uri="{FF2B5EF4-FFF2-40B4-BE49-F238E27FC236}">
                <a16:creationId xmlns:a16="http://schemas.microsoft.com/office/drawing/2014/main" id="{5C37D109-DE00-B52B-073E-FB521B5A6309}"/>
              </a:ext>
            </a:extLst>
          </p:cNvPr>
          <p:cNvCxnSpPr>
            <a:cxnSpLocks/>
          </p:cNvCxnSpPr>
          <p:nvPr>
            <p:custDataLst>
              <p:tags r:id="rId72"/>
            </p:custDataLst>
          </p:nvPr>
        </p:nvCxnSpPr>
        <p:spPr bwMode="gray">
          <a:xfrm flipH="1">
            <a:off x="9783763" y="5527675"/>
            <a:ext cx="34925" cy="0"/>
          </a:xfrm>
          <a:prstGeom prst="line">
            <a:avLst/>
          </a:prstGeom>
          <a:ln w="635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4" name="Straight Connector 403">
            <a:extLst>
              <a:ext uri="{FF2B5EF4-FFF2-40B4-BE49-F238E27FC236}">
                <a16:creationId xmlns:a16="http://schemas.microsoft.com/office/drawing/2014/main" id="{9E446EF1-D5EB-FA36-7301-87D34F705304}"/>
              </a:ext>
            </a:extLst>
          </p:cNvPr>
          <p:cNvCxnSpPr>
            <a:cxnSpLocks/>
          </p:cNvCxnSpPr>
          <p:nvPr>
            <p:custDataLst>
              <p:tags r:id="rId73"/>
            </p:custDataLst>
          </p:nvPr>
        </p:nvCxnSpPr>
        <p:spPr bwMode="gray">
          <a:xfrm flipH="1">
            <a:off x="9783763" y="5921375"/>
            <a:ext cx="34925" cy="0"/>
          </a:xfrm>
          <a:prstGeom prst="line">
            <a:avLst/>
          </a:prstGeom>
          <a:ln w="635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5" name="Text Placeholder 2">
            <a:extLst>
              <a:ext uri="{FF2B5EF4-FFF2-40B4-BE49-F238E27FC236}">
                <a16:creationId xmlns:a16="http://schemas.microsoft.com/office/drawing/2014/main" id="{6C10432F-1D29-04E9-94AF-09BB6F3690A5}"/>
              </a:ext>
            </a:extLst>
          </p:cNvPr>
          <p:cNvSpPr>
            <a:spLocks/>
          </p:cNvSpPr>
          <p:nvPr>
            <p:custDataLst>
              <p:tags r:id="rId74"/>
            </p:custDataLst>
          </p:nvPr>
        </p:nvSpPr>
        <p:spPr bwMode="auto">
          <a:xfrm>
            <a:off x="8058150" y="6091238"/>
            <a:ext cx="2444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D1920E5-B320-4E4D-83B6-0A0637529F8C}" type="datetime'''''''''''M''''''''''&amp;''''C''''&#10;''''''''''E''''''''''S''''''A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M&amp;C
ESA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06" name="Text Placeholder 2">
            <a:extLst>
              <a:ext uri="{FF2B5EF4-FFF2-40B4-BE49-F238E27FC236}">
                <a16:creationId xmlns:a16="http://schemas.microsoft.com/office/drawing/2014/main" id="{4B914401-75D1-ADF1-037A-1802A44EDB47}"/>
              </a:ext>
            </a:extLst>
          </p:cNvPr>
          <p:cNvSpPr>
            <a:spLocks/>
          </p:cNvSpPr>
          <p:nvPr>
            <p:custDataLst>
              <p:tags r:id="rId75"/>
            </p:custDataLst>
          </p:nvPr>
        </p:nvSpPr>
        <p:spPr bwMode="auto">
          <a:xfrm>
            <a:off x="8366125" y="6091238"/>
            <a:ext cx="2444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C8F3760-E3C9-4A7F-9A68-3BE01F11441C}" type="datetime'''''''''''''''''M&amp;''''''''''''''''C''''''''''''&#10;''''''A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M&amp;C
A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07" name="Text Placeholder 2">
            <a:extLst>
              <a:ext uri="{FF2B5EF4-FFF2-40B4-BE49-F238E27FC236}">
                <a16:creationId xmlns:a16="http://schemas.microsoft.com/office/drawing/2014/main" id="{789CE3A0-27D0-E9AC-8AC4-2CCBABE3D457}"/>
              </a:ext>
            </a:extLst>
          </p:cNvPr>
          <p:cNvSpPr>
            <a:spLocks/>
          </p:cNvSpPr>
          <p:nvPr>
            <p:custDataLst>
              <p:tags r:id="rId76"/>
            </p:custDataLst>
          </p:nvPr>
        </p:nvSpPr>
        <p:spPr bwMode="auto">
          <a:xfrm>
            <a:off x="8623300" y="6091238"/>
            <a:ext cx="3460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9F3D7B4-A958-479E-ACDA-4C8D8572555C}" type="datetime'''''''''''''MC&amp;''M&#10;AS''''''P''A''''''''''''''''C''''''''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MC&amp;M
ASPAC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08" name="Text Placeholder 2">
            <a:extLst>
              <a:ext uri="{FF2B5EF4-FFF2-40B4-BE49-F238E27FC236}">
                <a16:creationId xmlns:a16="http://schemas.microsoft.com/office/drawing/2014/main" id="{E6CB68C7-2202-5BDC-6B0D-B027BC7D70B2}"/>
              </a:ext>
            </a:extLst>
          </p:cNvPr>
          <p:cNvSpPr>
            <a:spLocks/>
          </p:cNvSpPr>
          <p:nvPr>
            <p:custDataLst>
              <p:tags r:id="rId77"/>
            </p:custDataLst>
          </p:nvPr>
        </p:nvSpPr>
        <p:spPr bwMode="auto">
          <a:xfrm>
            <a:off x="8985250" y="6091238"/>
            <a:ext cx="2381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3FED0F5-627F-44B7-B387-D3D8911F3E68}" type="datetime'''''''''''C''''''''a''s''''-''''''&#10;''''t''r''o''''''''l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Cas-
trol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09" name="Text Placeholder 2">
            <a:extLst>
              <a:ext uri="{FF2B5EF4-FFF2-40B4-BE49-F238E27FC236}">
                <a16:creationId xmlns:a16="http://schemas.microsoft.com/office/drawing/2014/main" id="{AF8722C1-9D16-9E3E-C4D1-FBA2B677235B}"/>
              </a:ext>
            </a:extLst>
          </p:cNvPr>
          <p:cNvSpPr>
            <a:spLocks/>
          </p:cNvSpPr>
          <p:nvPr>
            <p:custDataLst>
              <p:tags r:id="rId78"/>
            </p:custDataLst>
          </p:nvPr>
        </p:nvSpPr>
        <p:spPr bwMode="auto">
          <a:xfrm>
            <a:off x="9237663" y="6091238"/>
            <a:ext cx="350838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2C55BDF-2A28-4B44-A3AA-9713F01AD6BF}" type="datetime'''''''O''t''h''''e''''''''''''''''''r''''s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Others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10" name="Text Placeholder 2">
            <a:extLst>
              <a:ext uri="{FF2B5EF4-FFF2-40B4-BE49-F238E27FC236}">
                <a16:creationId xmlns:a16="http://schemas.microsoft.com/office/drawing/2014/main" id="{2D79274C-4BFB-A6FB-82A9-7B853B28D7CE}"/>
              </a:ext>
            </a:extLst>
          </p:cNvPr>
          <p:cNvSpPr>
            <a:spLocks/>
          </p:cNvSpPr>
          <p:nvPr>
            <p:custDataLst>
              <p:tags r:id="rId79"/>
            </p:custDataLst>
          </p:nvPr>
        </p:nvSpPr>
        <p:spPr bwMode="gray">
          <a:xfrm>
            <a:off x="9818688" y="5140325"/>
            <a:ext cx="165100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2DD846E-3D0A-4707-A70A-22C0E800AD4B}" type="datetime'''''''7''''''''''''''''''''''''''''''''''''''m'''''''''''">
              <a:rPr kumimoji="0" lang="en-GB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7m</a:t>
            </a:fld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11" name="Text Placeholder 2">
            <a:extLst>
              <a:ext uri="{FF2B5EF4-FFF2-40B4-BE49-F238E27FC236}">
                <a16:creationId xmlns:a16="http://schemas.microsoft.com/office/drawing/2014/main" id="{9FACF801-C916-EE54-1E4D-15BDEE10B2CA}"/>
              </a:ext>
            </a:extLst>
          </p:cNvPr>
          <p:cNvSpPr>
            <a:spLocks/>
          </p:cNvSpPr>
          <p:nvPr>
            <p:custDataLst>
              <p:tags r:id="rId80"/>
            </p:custDataLst>
          </p:nvPr>
        </p:nvSpPr>
        <p:spPr bwMode="gray">
          <a:xfrm>
            <a:off x="9818688" y="5475288"/>
            <a:ext cx="228600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C3674F5-E871-4E38-A19F-AC9239B7EE72}" type="datetime'2''''''2''''''''''''''m'''''''''''''''''''''''''''''''''">
              <a:rPr kumimoji="0" lang="en-GB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22m</a:t>
            </a:fld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12" name="Text Placeholder 2">
            <a:extLst>
              <a:ext uri="{FF2B5EF4-FFF2-40B4-BE49-F238E27FC236}">
                <a16:creationId xmlns:a16="http://schemas.microsoft.com/office/drawing/2014/main" id="{78988CD6-7104-B352-BEED-769E4A5BEFBA}"/>
              </a:ext>
            </a:extLst>
          </p:cNvPr>
          <p:cNvSpPr>
            <a:spLocks/>
          </p:cNvSpPr>
          <p:nvPr>
            <p:custDataLst>
              <p:tags r:id="rId81"/>
            </p:custDataLst>
          </p:nvPr>
        </p:nvSpPr>
        <p:spPr bwMode="gray">
          <a:xfrm>
            <a:off x="9818689" y="5868988"/>
            <a:ext cx="207963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C8D5974-0E9F-4366-80CB-78987A424982}" type="datetime'''''''''1''''''''''''''''''''2''''''''m'''''''''''''''''''''''">
              <a:rPr kumimoji="0" lang="en-GB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12m</a:t>
            </a:fld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13" name="Text Placeholder 2">
            <a:extLst>
              <a:ext uri="{FF2B5EF4-FFF2-40B4-BE49-F238E27FC236}">
                <a16:creationId xmlns:a16="http://schemas.microsoft.com/office/drawing/2014/main" id="{1F8A8410-D0F1-6A8A-6712-DD932ACB56F7}"/>
              </a:ext>
            </a:extLst>
          </p:cNvPr>
          <p:cNvSpPr>
            <a:spLocks/>
          </p:cNvSpPr>
          <p:nvPr>
            <p:custDataLst>
              <p:tags r:id="rId82"/>
            </p:custDataLst>
          </p:nvPr>
        </p:nvSpPr>
        <p:spPr bwMode="auto">
          <a:xfrm>
            <a:off x="9593263" y="6091238"/>
            <a:ext cx="25400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B41E3E6-8F5E-412A-945D-8E501B06A678}" type="datetime'''''''''''''T''''''o''''''''t''''''''''''a''l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Total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14" name="Text Placeholder 2">
            <a:extLst>
              <a:ext uri="{FF2B5EF4-FFF2-40B4-BE49-F238E27FC236}">
                <a16:creationId xmlns:a16="http://schemas.microsoft.com/office/drawing/2014/main" id="{8D072B93-A0BC-F887-CCC7-2216E939012C}"/>
              </a:ext>
            </a:extLst>
          </p:cNvPr>
          <p:cNvSpPr>
            <a:spLocks/>
          </p:cNvSpPr>
          <p:nvPr>
            <p:custDataLst>
              <p:tags r:id="rId83"/>
            </p:custDataLst>
          </p:nvPr>
        </p:nvSpPr>
        <p:spPr bwMode="gray">
          <a:xfrm>
            <a:off x="8066088" y="5583238"/>
            <a:ext cx="22860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698581D-B248-4D99-9E7B-88F51BC4947C}" type="datetime'1''''''''''''''4''''''''''''''''''''m''''''''''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14m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15" name="Text Placeholder 2">
            <a:extLst>
              <a:ext uri="{FF2B5EF4-FFF2-40B4-BE49-F238E27FC236}">
                <a16:creationId xmlns:a16="http://schemas.microsoft.com/office/drawing/2014/main" id="{5FA56778-3247-0863-41C2-E147D7A038C0}"/>
              </a:ext>
            </a:extLst>
          </p:cNvPr>
          <p:cNvSpPr>
            <a:spLocks/>
          </p:cNvSpPr>
          <p:nvPr>
            <p:custDataLst>
              <p:tags r:id="rId84"/>
            </p:custDataLst>
          </p:nvPr>
        </p:nvSpPr>
        <p:spPr bwMode="gray">
          <a:xfrm>
            <a:off x="8374063" y="5311775"/>
            <a:ext cx="230188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77B2F57-B3CB-4C13-A1B2-BA6DCE6C1433}" type="datetime'''''''''''''''''''''1''''''''2''''''''''''m''''''''''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12m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16" name="Text Placeholder 2">
            <a:extLst>
              <a:ext uri="{FF2B5EF4-FFF2-40B4-BE49-F238E27FC236}">
                <a16:creationId xmlns:a16="http://schemas.microsoft.com/office/drawing/2014/main" id="{748C127F-2E7E-E5C6-B374-44B48A73CCA3}"/>
              </a:ext>
            </a:extLst>
          </p:cNvPr>
          <p:cNvSpPr>
            <a:spLocks/>
          </p:cNvSpPr>
          <p:nvPr>
            <p:custDataLst>
              <p:tags r:id="rId85"/>
            </p:custDataLst>
          </p:nvPr>
        </p:nvSpPr>
        <p:spPr bwMode="gray">
          <a:xfrm>
            <a:off x="8697913" y="5246688"/>
            <a:ext cx="19685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2943AF1-FBA3-4016-B133-DD3D21F1CA9C}" type="datetime'3''''''''''''''''''''m''''''''''''''''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3m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17" name="Text Placeholder 2">
            <a:extLst>
              <a:ext uri="{FF2B5EF4-FFF2-40B4-BE49-F238E27FC236}">
                <a16:creationId xmlns:a16="http://schemas.microsoft.com/office/drawing/2014/main" id="{F217B26A-0FEF-427A-87CE-266E31ABB038}"/>
              </a:ext>
            </a:extLst>
          </p:cNvPr>
          <p:cNvSpPr>
            <a:spLocks/>
          </p:cNvSpPr>
          <p:nvPr>
            <p:custDataLst>
              <p:tags r:id="rId86"/>
            </p:custDataLst>
          </p:nvPr>
        </p:nvSpPr>
        <p:spPr bwMode="gray">
          <a:xfrm>
            <a:off x="9004300" y="5099050"/>
            <a:ext cx="200025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0DA5780-17E5-4CA5-8340-120438C2690E}" type="datetime'''''''''''6''m''''''''''''''''''''''''''''''''''''''''''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6m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18" name="Text Placeholder 2">
            <a:extLst>
              <a:ext uri="{FF2B5EF4-FFF2-40B4-BE49-F238E27FC236}">
                <a16:creationId xmlns:a16="http://schemas.microsoft.com/office/drawing/2014/main" id="{E36A592E-2A14-784D-2357-F1BC905F11D8}"/>
              </a:ext>
            </a:extLst>
          </p:cNvPr>
          <p:cNvSpPr>
            <a:spLocks/>
          </p:cNvSpPr>
          <p:nvPr>
            <p:custDataLst>
              <p:tags r:id="rId87"/>
            </p:custDataLst>
          </p:nvPr>
        </p:nvSpPr>
        <p:spPr bwMode="gray">
          <a:xfrm>
            <a:off x="9312275" y="4967288"/>
            <a:ext cx="200025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3B5DCAA-3255-452B-817F-B18D25EBDE49}" type="datetime'''''''''''''''''''''''''''''''''''6''''''m''''''''''''''''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6m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19" name="Text Placeholder 2">
            <a:extLst>
              <a:ext uri="{FF2B5EF4-FFF2-40B4-BE49-F238E27FC236}">
                <a16:creationId xmlns:a16="http://schemas.microsoft.com/office/drawing/2014/main" id="{875BA083-CD1A-FF87-ECEF-EF3916682A11}"/>
              </a:ext>
            </a:extLst>
          </p:cNvPr>
          <p:cNvSpPr>
            <a:spLocks/>
          </p:cNvSpPr>
          <p:nvPr>
            <p:custDataLst>
              <p:tags r:id="rId88"/>
            </p:custDataLst>
          </p:nvPr>
        </p:nvSpPr>
        <p:spPr bwMode="gray">
          <a:xfrm>
            <a:off x="9590088" y="4967288"/>
            <a:ext cx="261938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9AEB5FD-FAF5-45E3-BC93-BC84B6F91414}" type="datetime'''''''''''''''''''''''''4''''''''''''''''''0''''''''''''''m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40m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cxnSp>
        <p:nvCxnSpPr>
          <p:cNvPr id="463" name="Straight Connector 462">
            <a:extLst>
              <a:ext uri="{FF2B5EF4-FFF2-40B4-BE49-F238E27FC236}">
                <a16:creationId xmlns:a16="http://schemas.microsoft.com/office/drawing/2014/main" id="{3F4762F5-98C8-58D0-572C-832D03C2CBB8}"/>
              </a:ext>
            </a:extLst>
          </p:cNvPr>
          <p:cNvCxnSpPr/>
          <p:nvPr>
            <p:custDataLst>
              <p:tags r:id="rId89"/>
            </p:custDataLst>
          </p:nvPr>
        </p:nvCxnSpPr>
        <p:spPr bwMode="gray">
          <a:xfrm>
            <a:off x="8266113" y="3613150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4" name="Straight Connector 463">
            <a:extLst>
              <a:ext uri="{FF2B5EF4-FFF2-40B4-BE49-F238E27FC236}">
                <a16:creationId xmlns:a16="http://schemas.microsoft.com/office/drawing/2014/main" id="{38EBB941-4731-C169-2E07-79D70D7187AA}"/>
              </a:ext>
            </a:extLst>
          </p:cNvPr>
          <p:cNvCxnSpPr/>
          <p:nvPr>
            <p:custDataLst>
              <p:tags r:id="rId90"/>
            </p:custDataLst>
          </p:nvPr>
        </p:nvCxnSpPr>
        <p:spPr bwMode="gray">
          <a:xfrm>
            <a:off x="8574088" y="330517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5" name="Straight Connector 464">
            <a:extLst>
              <a:ext uri="{FF2B5EF4-FFF2-40B4-BE49-F238E27FC236}">
                <a16:creationId xmlns:a16="http://schemas.microsoft.com/office/drawing/2014/main" id="{BE8B82C3-09AF-08F5-9E2C-FA6120F10D03}"/>
              </a:ext>
            </a:extLst>
          </p:cNvPr>
          <p:cNvCxnSpPr/>
          <p:nvPr>
            <p:custDataLst>
              <p:tags r:id="rId91"/>
            </p:custDataLst>
          </p:nvPr>
        </p:nvCxnSpPr>
        <p:spPr bwMode="gray">
          <a:xfrm>
            <a:off x="8882063" y="3176588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6" name="Straight Connector 465">
            <a:extLst>
              <a:ext uri="{FF2B5EF4-FFF2-40B4-BE49-F238E27FC236}">
                <a16:creationId xmlns:a16="http://schemas.microsoft.com/office/drawing/2014/main" id="{567200BB-B4FA-DDD5-BEBE-4704A53282FB}"/>
              </a:ext>
            </a:extLst>
          </p:cNvPr>
          <p:cNvCxnSpPr/>
          <p:nvPr>
            <p:custDataLst>
              <p:tags r:id="rId92"/>
            </p:custDataLst>
          </p:nvPr>
        </p:nvCxnSpPr>
        <p:spPr bwMode="gray">
          <a:xfrm>
            <a:off x="9190038" y="2947988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7" name="Straight Connector 466">
            <a:extLst>
              <a:ext uri="{FF2B5EF4-FFF2-40B4-BE49-F238E27FC236}">
                <a16:creationId xmlns:a16="http://schemas.microsoft.com/office/drawing/2014/main" id="{65C44DD4-3B8F-DF64-0DA8-8F54A7E4B344}"/>
              </a:ext>
            </a:extLst>
          </p:cNvPr>
          <p:cNvCxnSpPr/>
          <p:nvPr>
            <p:custDataLst>
              <p:tags r:id="rId93"/>
            </p:custDataLst>
          </p:nvPr>
        </p:nvCxnSpPr>
        <p:spPr bwMode="gray">
          <a:xfrm>
            <a:off x="9498013" y="280987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4FBB3CB4-9802-2CF7-31CA-9A0CDADD795D}"/>
              </a:ext>
            </a:extLst>
          </p:cNvPr>
          <p:cNvGraphicFramePr/>
          <p:nvPr>
            <p:custDataLst>
              <p:tags r:id="rId94"/>
            </p:custDataLst>
          </p:nvPr>
        </p:nvGraphicFramePr>
        <p:xfrm>
          <a:off x="7943850" y="2727325"/>
          <a:ext cx="2012950" cy="1401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4"/>
          </a:graphicData>
        </a:graphic>
      </p:graphicFrame>
      <p:cxnSp>
        <p:nvCxnSpPr>
          <p:cNvPr id="476" name="Straight Connector 475">
            <a:extLst>
              <a:ext uri="{FF2B5EF4-FFF2-40B4-BE49-F238E27FC236}">
                <a16:creationId xmlns:a16="http://schemas.microsoft.com/office/drawing/2014/main" id="{98A60F1E-4631-4727-0262-1E20252754FF}"/>
              </a:ext>
            </a:extLst>
          </p:cNvPr>
          <p:cNvCxnSpPr/>
          <p:nvPr>
            <p:custDataLst>
              <p:tags r:id="rId95"/>
            </p:custDataLst>
          </p:nvPr>
        </p:nvCxnSpPr>
        <p:spPr bwMode="auto">
          <a:xfrm flipH="1">
            <a:off x="9783763" y="2908300"/>
            <a:ext cx="349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9EDF033F-841A-A553-35CD-0EF908B3C403}"/>
              </a:ext>
            </a:extLst>
          </p:cNvPr>
          <p:cNvCxnSpPr/>
          <p:nvPr>
            <p:custDataLst>
              <p:tags r:id="rId96"/>
            </p:custDataLst>
          </p:nvPr>
        </p:nvCxnSpPr>
        <p:spPr bwMode="auto">
          <a:xfrm flipH="1">
            <a:off x="9783763" y="3306763"/>
            <a:ext cx="349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8" name="Straight Connector 477">
            <a:extLst>
              <a:ext uri="{FF2B5EF4-FFF2-40B4-BE49-F238E27FC236}">
                <a16:creationId xmlns:a16="http://schemas.microsoft.com/office/drawing/2014/main" id="{09D2F5E5-159A-7FFE-9F6B-64211754083B}"/>
              </a:ext>
            </a:extLst>
          </p:cNvPr>
          <p:cNvCxnSpPr/>
          <p:nvPr>
            <p:custDataLst>
              <p:tags r:id="rId97"/>
            </p:custDataLst>
          </p:nvPr>
        </p:nvCxnSpPr>
        <p:spPr bwMode="auto">
          <a:xfrm flipH="1">
            <a:off x="9783763" y="3825875"/>
            <a:ext cx="349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9" name="Text Placeholder 2">
            <a:extLst>
              <a:ext uri="{FF2B5EF4-FFF2-40B4-BE49-F238E27FC236}">
                <a16:creationId xmlns:a16="http://schemas.microsoft.com/office/drawing/2014/main" id="{7B1AE1BA-2061-BC5B-0306-A604567076C7}"/>
              </a:ext>
            </a:extLst>
          </p:cNvPr>
          <p:cNvSpPr>
            <a:spLocks/>
          </p:cNvSpPr>
          <p:nvPr>
            <p:custDataLst>
              <p:tags r:id="rId98"/>
            </p:custDataLst>
          </p:nvPr>
        </p:nvSpPr>
        <p:spPr bwMode="auto">
          <a:xfrm>
            <a:off x="8058150" y="4079875"/>
            <a:ext cx="2444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5CF85B1-DA0C-4A7A-AA6D-A888CCAFD81D}" type="datetime'''M''''''''''''''&amp;''''C&#10;''''''E''''''''''''''''''SA''''''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M&amp;C
ESA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0" name="Text Placeholder 2">
            <a:extLst>
              <a:ext uri="{FF2B5EF4-FFF2-40B4-BE49-F238E27FC236}">
                <a16:creationId xmlns:a16="http://schemas.microsoft.com/office/drawing/2014/main" id="{3182F454-A3E0-74BC-E6CE-0B71CAEE0185}"/>
              </a:ext>
            </a:extLst>
          </p:cNvPr>
          <p:cNvSpPr>
            <a:spLocks/>
          </p:cNvSpPr>
          <p:nvPr>
            <p:custDataLst>
              <p:tags r:id="rId99"/>
            </p:custDataLst>
          </p:nvPr>
        </p:nvSpPr>
        <p:spPr bwMode="auto">
          <a:xfrm>
            <a:off x="8366125" y="4079875"/>
            <a:ext cx="2444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03C895A-F71F-4239-A6A8-08A30F686B29}" type="datetime'M''&amp;''C''''''''''''''''''''''''''&#10;''''''''''A''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M&amp;C
A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1" name="Text Placeholder 2">
            <a:extLst>
              <a:ext uri="{FF2B5EF4-FFF2-40B4-BE49-F238E27FC236}">
                <a16:creationId xmlns:a16="http://schemas.microsoft.com/office/drawing/2014/main" id="{786F7D5E-D930-B5D7-189C-5EB31A76727A}"/>
              </a:ext>
            </a:extLst>
          </p:cNvPr>
          <p:cNvSpPr>
            <a:spLocks/>
          </p:cNvSpPr>
          <p:nvPr>
            <p:custDataLst>
              <p:tags r:id="rId100"/>
            </p:custDataLst>
          </p:nvPr>
        </p:nvSpPr>
        <p:spPr bwMode="auto">
          <a:xfrm>
            <a:off x="8623300" y="4079875"/>
            <a:ext cx="3460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D3390F0-D749-485F-A9CA-E85AEFA4DAF0}" type="datetime'''''''''M''C&amp;M''&#10;A''''''S''''''''''''''''P''''''''AC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MC&amp;M
ASPAC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2" name="Text Placeholder 2">
            <a:extLst>
              <a:ext uri="{FF2B5EF4-FFF2-40B4-BE49-F238E27FC236}">
                <a16:creationId xmlns:a16="http://schemas.microsoft.com/office/drawing/2014/main" id="{A1142A51-C959-CF20-E124-83D712040BBC}"/>
              </a:ext>
            </a:extLst>
          </p:cNvPr>
          <p:cNvSpPr>
            <a:spLocks/>
          </p:cNvSpPr>
          <p:nvPr>
            <p:custDataLst>
              <p:tags r:id="rId101"/>
            </p:custDataLst>
          </p:nvPr>
        </p:nvSpPr>
        <p:spPr bwMode="auto">
          <a:xfrm>
            <a:off x="8985250" y="4079875"/>
            <a:ext cx="2381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3AC83F0-0DBA-490F-8BF4-EA2F9358DB61}" type="datetime'C''as''''''-''''''''''''&#10;''''''t''''r''''''ol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Cas-
trol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3" name="Text Placeholder 2">
            <a:extLst>
              <a:ext uri="{FF2B5EF4-FFF2-40B4-BE49-F238E27FC236}">
                <a16:creationId xmlns:a16="http://schemas.microsoft.com/office/drawing/2014/main" id="{E82DBF54-44C5-0B28-6B65-37F20DB82F6F}"/>
              </a:ext>
            </a:extLst>
          </p:cNvPr>
          <p:cNvSpPr>
            <a:spLocks/>
          </p:cNvSpPr>
          <p:nvPr>
            <p:custDataLst>
              <p:tags r:id="rId102"/>
            </p:custDataLst>
          </p:nvPr>
        </p:nvSpPr>
        <p:spPr bwMode="auto">
          <a:xfrm>
            <a:off x="9237663" y="4079875"/>
            <a:ext cx="350838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A14695D-3E06-4026-833E-6F79C4F2B04F}" type="datetime'''''''''''''''''''''''''Ot''''''''''h''''''''''''''''''''ers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Others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73" name="Text Placeholder 2">
            <a:extLst>
              <a:ext uri="{FF2B5EF4-FFF2-40B4-BE49-F238E27FC236}">
                <a16:creationId xmlns:a16="http://schemas.microsoft.com/office/drawing/2014/main" id="{E5262022-20EC-7D40-A75E-14187A9CD235}"/>
              </a:ext>
            </a:extLst>
          </p:cNvPr>
          <p:cNvSpPr>
            <a:spLocks/>
          </p:cNvSpPr>
          <p:nvPr>
            <p:custDataLst>
              <p:tags r:id="rId103"/>
            </p:custDataLst>
          </p:nvPr>
        </p:nvSpPr>
        <p:spPr bwMode="gray">
          <a:xfrm>
            <a:off x="9818688" y="2860675"/>
            <a:ext cx="187325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36125397-7FE1-44CB-B7B9-FA288D9AA0F0}" type="datetime'1''1''''m'''''''">
              <a:rPr kumimoji="0" lang="en-US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1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11m</a:t>
            </a:fld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74" name="Text Placeholder 2">
            <a:extLst>
              <a:ext uri="{FF2B5EF4-FFF2-40B4-BE49-F238E27FC236}">
                <a16:creationId xmlns:a16="http://schemas.microsoft.com/office/drawing/2014/main" id="{E5262022-20EC-7D40-A75E-14187A9CD235}"/>
              </a:ext>
            </a:extLst>
          </p:cNvPr>
          <p:cNvSpPr>
            <a:spLocks/>
          </p:cNvSpPr>
          <p:nvPr>
            <p:custDataLst>
              <p:tags r:id="rId104"/>
            </p:custDataLst>
          </p:nvPr>
        </p:nvSpPr>
        <p:spPr bwMode="gray">
          <a:xfrm>
            <a:off x="9818688" y="3259138"/>
            <a:ext cx="228600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AA700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C3BE161C-BC16-4D30-94C5-8A08994A62A3}" type="datetime'3''''''4''''''''''''''''''''''''''''''m'''''''''''''''''''''">
              <a:rPr kumimoji="0" lang="en-US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1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34m</a:t>
            </a:fld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75" name="Text Placeholder 2">
            <a:extLst>
              <a:ext uri="{FF2B5EF4-FFF2-40B4-BE49-F238E27FC236}">
                <a16:creationId xmlns:a16="http://schemas.microsoft.com/office/drawing/2014/main" id="{E5262022-20EC-7D40-A75E-14187A9CD235}"/>
              </a:ext>
            </a:extLst>
          </p:cNvPr>
          <p:cNvSpPr>
            <a:spLocks/>
          </p:cNvSpPr>
          <p:nvPr>
            <p:custDataLst>
              <p:tags r:id="rId105"/>
            </p:custDataLst>
          </p:nvPr>
        </p:nvSpPr>
        <p:spPr bwMode="gray">
          <a:xfrm>
            <a:off x="9818688" y="3778250"/>
            <a:ext cx="230188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6A300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96BD2CA7-6475-4251-BD50-FEDB7C451209}" type="datetime'2''''''''''''''''''''''''5''''''''''m'''''''''''''">
              <a:rPr kumimoji="0" lang="en-US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1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25m</a:t>
            </a:fld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7" name="Text Placeholder 2">
            <a:extLst>
              <a:ext uri="{FF2B5EF4-FFF2-40B4-BE49-F238E27FC236}">
                <a16:creationId xmlns:a16="http://schemas.microsoft.com/office/drawing/2014/main" id="{07CA4C81-528B-9CC6-C50A-FA234530F5A4}"/>
              </a:ext>
            </a:extLst>
          </p:cNvPr>
          <p:cNvSpPr>
            <a:spLocks/>
          </p:cNvSpPr>
          <p:nvPr>
            <p:custDataLst>
              <p:tags r:id="rId106"/>
            </p:custDataLst>
          </p:nvPr>
        </p:nvSpPr>
        <p:spPr bwMode="auto">
          <a:xfrm>
            <a:off x="9593263" y="4079875"/>
            <a:ext cx="25400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F1C0D21-7E76-4A2F-BA87-B85AA80F8CFE}" type="datetime'To''''''''t''''''''''''''''''''''''''''''a''''l''''''''''''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Total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E5262022-20EC-7D40-A75E-14187A9CD235}"/>
              </a:ext>
            </a:extLst>
          </p:cNvPr>
          <p:cNvSpPr>
            <a:spLocks/>
          </p:cNvSpPr>
          <p:nvPr>
            <p:custDataLst>
              <p:tags r:id="rId107"/>
            </p:custDataLst>
          </p:nvPr>
        </p:nvSpPr>
        <p:spPr bwMode="gray">
          <a:xfrm>
            <a:off x="8053388" y="3478213"/>
            <a:ext cx="255588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641AF751-339A-4F71-8D6F-6F2945BE1FD7}" type="datetime'''''''''''''''2''''5''''''''''''''''''''m''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25m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52F3B0DC-9EDF-76DC-38F5-3ABC4FEC783A}"/>
              </a:ext>
            </a:extLst>
          </p:cNvPr>
          <p:cNvSpPr>
            <a:spLocks/>
          </p:cNvSpPr>
          <p:nvPr>
            <p:custDataLst>
              <p:tags r:id="rId108"/>
            </p:custDataLst>
          </p:nvPr>
        </p:nvSpPr>
        <p:spPr bwMode="gray">
          <a:xfrm>
            <a:off x="8378825" y="3157538"/>
            <a:ext cx="220663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EB8939F-5EF3-448C-A5BB-C70A6BDE3EF5}" type="datetime'''1''''''''7''''''''m''''''''''''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17m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B9561838-592E-B86C-4B66-BB8591A7760A}"/>
              </a:ext>
            </a:extLst>
          </p:cNvPr>
          <p:cNvSpPr>
            <a:spLocks/>
          </p:cNvSpPr>
          <p:nvPr>
            <p:custDataLst>
              <p:tags r:id="rId109"/>
            </p:custDataLst>
          </p:nvPr>
        </p:nvSpPr>
        <p:spPr bwMode="gray">
          <a:xfrm>
            <a:off x="8704263" y="3028950"/>
            <a:ext cx="185738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E378E21-E14C-4FB5-AE4E-45031E1596D1}" type="datetime'''''''''''''''''''''''''''''''''''''''''7''''''''''m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7m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78DC2690-45AF-BCE2-2A8D-594F49424C0D}"/>
              </a:ext>
            </a:extLst>
          </p:cNvPr>
          <p:cNvSpPr>
            <a:spLocks/>
          </p:cNvSpPr>
          <p:nvPr>
            <p:custDataLst>
              <p:tags r:id="rId110"/>
            </p:custDataLst>
          </p:nvPr>
        </p:nvSpPr>
        <p:spPr bwMode="gray">
          <a:xfrm>
            <a:off x="8988425" y="2800350"/>
            <a:ext cx="231775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91D4B78-C166-4931-8BC4-332ED3B2F2F4}" type="datetime'1''3''''''m''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13m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55105CF9-1876-3CCF-59C3-A2B6E0B678ED}"/>
              </a:ext>
            </a:extLst>
          </p:cNvPr>
          <p:cNvSpPr>
            <a:spLocks/>
          </p:cNvSpPr>
          <p:nvPr>
            <p:custDataLst>
              <p:tags r:id="rId111"/>
            </p:custDataLst>
          </p:nvPr>
        </p:nvSpPr>
        <p:spPr bwMode="gray">
          <a:xfrm>
            <a:off x="9310688" y="2662238"/>
            <a:ext cx="20320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636F7FB-33EF-4032-A72A-A1D9492A55F5}" type="datetime'''8''''''''''''''''''''m''''''''''''''''''''''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8m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43" name="Text Placeholder 2">
            <a:extLst>
              <a:ext uri="{FF2B5EF4-FFF2-40B4-BE49-F238E27FC236}">
                <a16:creationId xmlns:a16="http://schemas.microsoft.com/office/drawing/2014/main" id="{CE1B844A-23C6-0542-0409-572623C1B8CE}"/>
              </a:ext>
            </a:extLst>
          </p:cNvPr>
          <p:cNvSpPr>
            <a:spLocks/>
          </p:cNvSpPr>
          <p:nvPr>
            <p:custDataLst>
              <p:tags r:id="rId112"/>
            </p:custDataLst>
          </p:nvPr>
        </p:nvSpPr>
        <p:spPr bwMode="gray">
          <a:xfrm>
            <a:off x="9593263" y="2662238"/>
            <a:ext cx="25400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DF30101-8CC5-45AD-BECD-A671CA587101}" type="datetime'''''''''''''''''''''70m''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70m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02" name="Speech Bubble: Rectangle with Corners Rounded 501">
            <a:extLst>
              <a:ext uri="{FF2B5EF4-FFF2-40B4-BE49-F238E27FC236}">
                <a16:creationId xmlns:a16="http://schemas.microsoft.com/office/drawing/2014/main" id="{2DBF2F39-3E9D-57C9-7433-EA2781681201}"/>
              </a:ext>
            </a:extLst>
          </p:cNvPr>
          <p:cNvSpPr/>
          <p:nvPr/>
        </p:nvSpPr>
        <p:spPr>
          <a:xfrm>
            <a:off x="9561776" y="2485775"/>
            <a:ext cx="684000" cy="144000"/>
          </a:xfrm>
          <a:prstGeom prst="wedgeRoundRectCallout">
            <a:avLst>
              <a:gd name="adj1" fmla="val 7748"/>
              <a:gd name="adj2" fmla="val 104500"/>
              <a:gd name="adj3" fmla="val 16667"/>
            </a:avLst>
          </a:prstGeom>
          <a:solidFill>
            <a:srgbClr val="004F00"/>
          </a:solidFill>
          <a:ln w="9525">
            <a:solidFill>
              <a:srgbClr val="005F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11% of</a:t>
            </a:r>
            <a:r>
              <a:rPr kumimoji="0" lang="en-DE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</a:t>
            </a: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102m</a:t>
            </a: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5C259460-5627-25E2-061D-49005FC1EF84}"/>
              </a:ext>
            </a:extLst>
          </p:cNvPr>
          <p:cNvSpPr/>
          <p:nvPr/>
        </p:nvSpPr>
        <p:spPr>
          <a:xfrm>
            <a:off x="508157" y="2722092"/>
            <a:ext cx="1116000" cy="316800"/>
          </a:xfrm>
          <a:prstGeom prst="wedgeRoundRectCallout">
            <a:avLst>
              <a:gd name="adj1" fmla="val 25062"/>
              <a:gd name="adj2" fmla="val 62990"/>
              <a:gd name="adj3" fmla="val 16667"/>
            </a:avLst>
          </a:prstGeom>
          <a:solidFill>
            <a:srgbClr val="D6A300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Pipeline</a:t>
            </a:r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Apr </a:t>
            </a:r>
            <a:r>
              <a:rPr kumimoji="0" lang="en-DE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Total</a:t>
            </a:r>
            <a:r>
              <a:rPr kumimoji="0" lang="en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: </a:t>
            </a:r>
            <a: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493m (# 569)</a:t>
            </a:r>
            <a:b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</a:br>
            <a:r>
              <a:rPr kumimoji="0" lang="en-GB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Mar Total: 594m (# 677)</a:t>
            </a:r>
            <a:endParaRPr kumimoji="0" lang="en-GB" sz="7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A9BE998D-1215-5550-2448-F582C543E9D1}"/>
              </a:ext>
            </a:extLst>
          </p:cNvPr>
          <p:cNvSpPr/>
          <p:nvPr/>
        </p:nvSpPr>
        <p:spPr>
          <a:xfrm>
            <a:off x="4270388" y="3493737"/>
            <a:ext cx="1116000" cy="316800"/>
          </a:xfrm>
          <a:prstGeom prst="wedgeRoundRectCallout">
            <a:avLst>
              <a:gd name="adj1" fmla="val 15405"/>
              <a:gd name="adj2" fmla="val -70059"/>
              <a:gd name="adj3" fmla="val 16667"/>
            </a:avLst>
          </a:prstGeom>
          <a:solidFill>
            <a:schemeClr val="accent2">
              <a:lumMod val="75000"/>
            </a:schemeClr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In-flight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Apr </a:t>
            </a:r>
            <a:r>
              <a:rPr kumimoji="0" lang="en-DE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Total</a:t>
            </a:r>
            <a:r>
              <a:rPr kumimoji="0" lang="en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: </a:t>
            </a:r>
            <a: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406m </a:t>
            </a:r>
            <a:r>
              <a:rPr kumimoji="0" lang="en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(</a:t>
            </a:r>
            <a: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</a:t>
            </a:r>
            <a:r>
              <a:rPr kumimoji="0" lang="de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343</a:t>
            </a:r>
            <a:r>
              <a:rPr kumimoji="0" lang="en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)</a:t>
            </a:r>
            <a:b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</a:br>
            <a:r>
              <a:rPr kumimoji="0" lang="en-GB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Mar Total: 360m (# 260)</a:t>
            </a:r>
            <a:endParaRPr kumimoji="0" lang="en-GB" sz="700" b="0" i="1" u="none" strike="noStrike" kern="1200" cap="none" spc="-1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1012E3C0-06D1-A126-21B2-039F78C573CB}"/>
              </a:ext>
            </a:extLst>
          </p:cNvPr>
          <p:cNvSpPr/>
          <p:nvPr/>
        </p:nvSpPr>
        <p:spPr>
          <a:xfrm>
            <a:off x="5795975" y="2506935"/>
            <a:ext cx="1116000" cy="316800"/>
          </a:xfrm>
          <a:prstGeom prst="wedgeRoundRectCallout">
            <a:avLst>
              <a:gd name="adj1" fmla="val 16603"/>
              <a:gd name="adj2" fmla="val 67468"/>
              <a:gd name="adj3" fmla="val 16667"/>
            </a:avLst>
          </a:prstGeom>
          <a:solidFill>
            <a:srgbClr val="004F00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Completed</a:t>
            </a:r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Apr Total</a:t>
            </a:r>
            <a:r>
              <a:rPr kumimoji="0" lang="en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: </a:t>
            </a:r>
            <a: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102m (# 88)</a:t>
            </a:r>
            <a:b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</a:br>
            <a:r>
              <a:rPr kumimoji="0" lang="en-GB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Mar Total: 46m (# 63)</a:t>
            </a:r>
            <a:endParaRPr kumimoji="0" lang="en-GB" sz="700" b="0" i="1" u="none" strike="noStrike" kern="1200" cap="none" spc="-1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1467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70993-7AF5-FE96-2FB7-6A74DE774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F511B240-4EDC-A991-1811-0125A07ACDE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6" imgH="426" progId="TCLayout.ActiveDocument.1">
                  <p:embed/>
                </p:oleObj>
              </mc:Choice>
              <mc:Fallback>
                <p:oleObj name="think-cell Slide" r:id="rId5" imgW="426" imgH="42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11B240-4EDC-A991-1811-0125A07ACD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17F0354A-C8C7-2774-6C98-6ADA4B5C7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GB"/>
              <a:t>2026 Contract Hopper | Value Delivery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D11F56F-3C74-6DBA-A263-B3B1EC3226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dirty="0"/>
              <a:t>25 contracts (</a:t>
            </a:r>
            <a:r>
              <a:rPr lang="en-DE" dirty="0"/>
              <a:t>$ </a:t>
            </a:r>
            <a:r>
              <a:rPr lang="en-GB" dirty="0"/>
              <a:t>59m in spend, </a:t>
            </a:r>
            <a:r>
              <a:rPr lang="en-DE" dirty="0"/>
              <a:t>$ </a:t>
            </a:r>
            <a:r>
              <a:rPr lang="en-GB" dirty="0"/>
              <a:t>6m in savings) have moved into Value Delivery in April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ECDFB4-A289-271A-CB3C-74C9FF845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8C4CC7-2A35-421E-B553-155EEFD58513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Arial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794E4-8D47-DD57-FC60-78D358151742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bp</a:t>
            </a: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| May 20</a:t>
            </a:r>
            <a:r>
              <a:rPr kumimoji="0" lang="en-DE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26</a:t>
            </a: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| Confidential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F857750-4FFA-9B52-8156-8B1E2AAE0C28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338932" y="1800225"/>
          <a:ext cx="11520000" cy="421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4142025043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674148911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11508059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56872155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414776533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857696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48449234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4229593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Entity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Category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Opportunity Name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Compass ID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Supplier Name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# Contracts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Spend (USD)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Savings (USD)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521311"/>
                  </a:ext>
                </a:extLst>
              </a:tr>
              <a:tr h="144000">
                <a:tc rowSpan="7"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bg1"/>
                          </a:solidFill>
                        </a:rPr>
                        <a:t>M&amp;C ESA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PAYMENTS</a:t>
                      </a:r>
                      <a:endParaRPr sz="8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DCS - Digital Charging Solutions - Improved Commercial position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SF-080669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DIGITAL CHARGING SOLUTIONS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1,527k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1,040k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124892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rowSpan="5">
                  <a:txBody>
                    <a:bodyPr/>
                    <a:lstStyle/>
                    <a:p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RETAIL ASSETS</a:t>
                      </a:r>
                      <a:endParaRPr sz="8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M&amp;C SA Maintenance FUEL DISPENSER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SF-079852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BUSINESS CONNEXION PROPRIETARY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661k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21k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613473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AMAHOSHE BUSINESS ENTERPRISE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127478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pPr algn="ctr"/>
                      <a:endParaRPr lang="en-GB" sz="80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800" b="0" i="0" u="none" strike="noStrike" kern="1200">
                        <a:solidFill>
                          <a:schemeClr val="tx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M&amp;C SP Maintenance - Signage Canary Island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SF-079849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JUAN DIAZ E HIJOS SERVICIOS</a:t>
                      </a:r>
                      <a:endParaRPr lang="en-GB" sz="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71k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936606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pPr algn="ctr"/>
                      <a:endParaRPr lang="en-GB" sz="80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800" b="0" i="0" u="none" strike="noStrike" kern="1200">
                        <a:solidFill>
                          <a:schemeClr val="tx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AMBRAL CANARIAS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167356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pPr algn="ctr"/>
                      <a:endParaRPr lang="en-GB" sz="80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800" b="0" i="0" u="none" strike="noStrike" kern="1200">
                        <a:solidFill>
                          <a:schemeClr val="tx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M&amp;C PT Maintenance critical electrical services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SF-079892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SOCIEDADE ELECTRICA LEVANTINA LDA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187k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063959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pPr algn="ctr"/>
                      <a:endParaRPr lang="en-GB" sz="80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r"/>
                      <a:r>
                        <a:rPr lang="de-DE" sz="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M&amp;C ESA Total</a:t>
                      </a:r>
                      <a:endParaRPr sz="800" b="1" i="0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GB" sz="8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2,446k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1,063k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800418"/>
                  </a:ext>
                </a:extLst>
              </a:tr>
              <a:tr h="144000">
                <a:tc rowSpan="2"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bg1"/>
                          </a:solidFill>
                        </a:rPr>
                        <a:t>M&amp;C A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B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RETAIL ASSETS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BA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2025 - RA - RFP General Supply for mat rentals</a:t>
                      </a:r>
                      <a:endParaRPr lang="en-GB" sz="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BA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SF-076101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BA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Unifirst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BA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BA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626k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BA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200k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BAA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551426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pPr algn="ctr"/>
                      <a:endParaRPr lang="en-GB" sz="80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r"/>
                      <a:r>
                        <a:rPr lang="en-US" sz="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M&amp;C A Total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BA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GB" sz="8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BA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626k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BA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200k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B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668911"/>
                  </a:ext>
                </a:extLst>
              </a:tr>
              <a:tr h="144000">
                <a:tc rowSpan="2"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bg1"/>
                          </a:solidFill>
                        </a:rPr>
                        <a:t>MC&amp;M ASPAC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RETAIL ASSETS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2025 M&amp;C RA -FSE - AU and NZ  contract with SKOPE</a:t>
                      </a:r>
                      <a:endParaRPr lang="en-GB" sz="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SF-073939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SKOPE INDUSTRIES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310k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36k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F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54727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r" fontAlgn="b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</a:t>
                      </a:r>
                      <a:r>
                        <a:rPr lang="en-DE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C&amp;M</a:t>
                      </a:r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ASPAC Total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GB" sz="8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310k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36k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445701"/>
                  </a:ext>
                </a:extLst>
              </a:tr>
              <a:tr h="144000">
                <a:tc rowSpan="9"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bg1"/>
                          </a:solidFill>
                        </a:rPr>
                        <a:t>CASTROL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rowSpan="8">
                  <a:txBody>
                    <a:bodyPr/>
                    <a:lstStyle/>
                    <a:p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LOGISTICS AND FUEL</a:t>
                      </a:r>
                      <a:endParaRPr sz="8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Castrol China 2025 TJ, WH RDC and Slog Cost opportunity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>
                        <a:alpha val="2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SF-070797</a:t>
                      </a:r>
                    </a:p>
                  </a:txBody>
                  <a:tcPr marL="36000" marR="36000" marT="3600" marB="3600" anchor="ctr"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WUHAN HITON LOGISTICS</a:t>
                      </a:r>
                    </a:p>
                  </a:txBody>
                  <a:tcPr marL="36000" marR="36000" marT="3600" marB="3600" anchor="ctr"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36000" marR="36000" marT="3600" marB="360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4,050k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1,718k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802153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pPr algn="ctr"/>
                      <a:endParaRPr lang="en-GB" sz="800" b="1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8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>
                        <a:alpha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SINOTRANS LOGISTICS</a:t>
                      </a:r>
                    </a:p>
                  </a:txBody>
                  <a:tcPr marL="36000" marR="36000" marT="3600" marB="3600" anchor="ctr"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36000" marR="36000" marT="3600" marB="360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r" fontAlgn="b"/>
                      <a:endParaRPr lang="en-GB" sz="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r" fontAlgn="b"/>
                      <a:endParaRPr lang="en-GB" sz="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934528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pPr algn="ctr"/>
                      <a:endParaRPr lang="en-GB" sz="800" b="1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8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Castrol China 2026 </a:t>
                      </a:r>
                      <a:r>
                        <a:rPr lang="en-US" sz="800" b="0" i="0" u="none" strike="noStrike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Boluo</a:t>
                      </a:r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Warehouse &amp; S-log Saving</a:t>
                      </a:r>
                      <a:endParaRPr lang="en-GB" sz="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SF-079139</a:t>
                      </a:r>
                    </a:p>
                  </a:txBody>
                  <a:tcPr marL="36000" marR="36000" marT="3600" marB="3600" anchor="ctr"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SHENZHEN ZHAOHE LOGISTICS</a:t>
                      </a:r>
                    </a:p>
                  </a:txBody>
                  <a:tcPr marL="36000" marR="36000" marT="3600" marB="3600" anchor="ctr"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36000" marR="36000" marT="3600" marB="360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1,080k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302k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735472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pPr algn="ctr"/>
                      <a:endParaRPr lang="en-GB" sz="800" b="1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8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Castrol China 2026 DG Warehouse savings (Finished Goods)</a:t>
                      </a:r>
                      <a:endParaRPr lang="en-GB" sz="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SF-079136</a:t>
                      </a:r>
                    </a:p>
                  </a:txBody>
                  <a:tcPr marL="36000" marR="36000" marT="3600" marB="3600" anchor="ctr"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SHUYANG SITONG DANGEROUS GOODS</a:t>
                      </a:r>
                    </a:p>
                  </a:txBody>
                  <a:tcPr marL="36000" marR="36000" marT="3600" marB="3600" anchor="ctr"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36000" marR="36000" marT="3600" marB="360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253k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109k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593179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pPr algn="ctr"/>
                      <a:endParaRPr lang="en-GB" sz="800" b="1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8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Castrol China 2025 Plant direct delivery savings (Bulk)</a:t>
                      </a:r>
                      <a:endParaRPr lang="en-GB" sz="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SF-073738</a:t>
                      </a:r>
                    </a:p>
                  </a:txBody>
                  <a:tcPr marL="36000" marR="36000" marT="3600" marB="3600" anchor="ctr"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SHANGHAI MILKYWAY CHEMICAL</a:t>
                      </a:r>
                    </a:p>
                  </a:txBody>
                  <a:tcPr marL="36000" marR="36000" marT="3600" marB="3600" anchor="ctr"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36000" marR="36000" marT="3600" marB="360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591k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82k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202744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pPr algn="ctr"/>
                      <a:endParaRPr lang="en-GB" sz="800" b="1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8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Joinus</a:t>
                      </a:r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Direct Delivery Contract extension Opportunity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SF-080950</a:t>
                      </a:r>
                    </a:p>
                  </a:txBody>
                  <a:tcPr marL="36000" marR="36000" marT="3600" marB="3600" anchor="ctr"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SHANGHAI JOINUS FREIGHT SYSTEM</a:t>
                      </a:r>
                    </a:p>
                  </a:txBody>
                  <a:tcPr marL="36000" marR="36000" marT="3600" marB="3600" anchor="ctr"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36000" marR="36000" marT="3600" marB="360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114k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460775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pPr algn="ctr"/>
                      <a:endParaRPr lang="en-GB" sz="800" b="1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8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Cosco Direct Delivery Contract extension Opportunity</a:t>
                      </a:r>
                      <a:endParaRPr lang="en-GB" sz="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SF-081014</a:t>
                      </a:r>
                    </a:p>
                  </a:txBody>
                  <a:tcPr marL="36000" marR="36000" marT="3600" marB="3600" anchor="ctr"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COSCO SHIPPING CHEMICAL LOGISTICS</a:t>
                      </a:r>
                    </a:p>
                  </a:txBody>
                  <a:tcPr marL="36000" marR="36000" marT="3600" marB="3600" anchor="ctr"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36000" marR="36000" marT="3600" marB="360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752k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772039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pPr algn="ctr"/>
                      <a:endParaRPr lang="en-GB" sz="800" b="1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8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Hiton Direct Delivery Contract extension Opportunity</a:t>
                      </a:r>
                      <a:endParaRPr lang="en-GB" sz="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SF-080954</a:t>
                      </a:r>
                    </a:p>
                  </a:txBody>
                  <a:tcPr marL="36000" marR="36000" marT="3600" marB="3600" anchor="ctr"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WUHAN HITON LOGISTICS</a:t>
                      </a:r>
                    </a:p>
                  </a:txBody>
                  <a:tcPr marL="36000" marR="36000" marT="3600" marB="3600" anchor="ctr"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36000" marR="36000" marT="3600" marB="360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131k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953337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pPr algn="ctr"/>
                      <a:endParaRPr lang="en-GB" sz="800" b="1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r" fontAlgn="b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CASTROL Total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GB" sz="8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6,971k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2,217k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698308"/>
                  </a:ext>
                </a:extLst>
              </a:tr>
              <a:tr h="144000">
                <a:tc rowSpan="6"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bg1"/>
                          </a:solidFill>
                        </a:rPr>
                        <a:t>OTHERS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LOGISTICS AND FUEL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2025 NA Bulk Road Plan - West Coast Bid</a:t>
                      </a:r>
                      <a:endParaRPr lang="en-GB" sz="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SF-071120</a:t>
                      </a:r>
                    </a:p>
                  </a:txBody>
                  <a:tcPr marL="36000" marR="36000" marT="3600" marB="3600" anchor="ctr"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HENNER TANK LINES</a:t>
                      </a:r>
                    </a:p>
                  </a:txBody>
                  <a:tcPr marL="36000" marR="36000" marT="3600" marB="3600" anchor="ctr"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36000" marR="36000" marT="3600" marB="360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34,802k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1,564k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6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979985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Castrol Germany Road Sec-Log - Noerpel</a:t>
                      </a:r>
                      <a:endParaRPr lang="en-GB" sz="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SF-076391</a:t>
                      </a:r>
                    </a:p>
                  </a:txBody>
                  <a:tcPr marL="36000" marR="36000" marT="3600" marB="3600" anchor="ctr"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NOERPEL</a:t>
                      </a:r>
                    </a:p>
                  </a:txBody>
                  <a:tcPr marL="36000" marR="36000" marT="3600" marB="3600" anchor="ctr"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36000" marR="36000" marT="3600" marB="360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12,737k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646k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6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968678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Castrol 2025 - Supply Chain - South America - 3PL RFP **SM**</a:t>
                      </a:r>
                      <a:endParaRPr lang="en-GB" sz="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SF-073985</a:t>
                      </a:r>
                    </a:p>
                  </a:txBody>
                  <a:tcPr marL="36000" marR="36000" marT="3600" marB="3600" anchor="ctr"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Marcargo</a:t>
                      </a:r>
                      <a:endParaRPr lang="en-GB" sz="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" marB="3600" anchor="ctr"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36000" marR="36000" marT="3600" marB="360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225k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27k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6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759164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RETAIL ASSETS</a:t>
                      </a:r>
                      <a:endParaRPr sz="8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Germany Charger </a:t>
                      </a:r>
                      <a:r>
                        <a:rPr lang="en-US" sz="800" b="0" i="0" u="none" strike="noStrike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Foiling&amp;Sticker</a:t>
                      </a:r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Cost Saving Schwall Medien</a:t>
                      </a:r>
                      <a:endParaRPr lang="en-GB" sz="8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SF-080669</a:t>
                      </a:r>
                    </a:p>
                  </a:txBody>
                  <a:tcPr marL="36000" marR="36000" marT="3600" marB="3600" anchor="ctr"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BAIER WERBUNG</a:t>
                      </a:r>
                    </a:p>
                  </a:txBody>
                  <a:tcPr marL="36000" marR="36000" marT="3600" marB="3600" anchor="ctr"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36000" marR="36000" marT="3600" marB="360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55k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41k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6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14622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PAYMENTS</a:t>
                      </a:r>
                      <a:endParaRPr sz="8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DCS - Digital Charging Solutions - Improved Commercial position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SF-078215</a:t>
                      </a:r>
                    </a:p>
                  </a:txBody>
                  <a:tcPr marL="36000" marR="36000" marT="3600" marB="3600" anchor="ctr"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DIGITAL CHARGING SOLUTIONS</a:t>
                      </a:r>
                    </a:p>
                  </a:txBody>
                  <a:tcPr marL="36000" marR="36000" marT="3600" marB="3600" anchor="ctr"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36000" marR="36000" marT="3600" marB="360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763k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6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520k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6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876383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pPr algn="ctr"/>
                      <a:endParaRPr lang="en-GB" sz="8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OTHERS Total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de-DE" sz="8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48,582k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2,798k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703145"/>
                  </a:ext>
                </a:extLst>
              </a:tr>
              <a:tr h="144000">
                <a:tc gridSpan="5">
                  <a:txBody>
                    <a:bodyPr/>
                    <a:lstStyle/>
                    <a:p>
                      <a:pPr algn="r" fontAlgn="b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Grand Total (new in value delivery in April)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25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58,935k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6,315k</a:t>
                      </a:r>
                    </a:p>
                  </a:txBody>
                  <a:tcPr marL="36000" marR="36000" marT="3600" marB="36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042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1B1E95E-F711-7FC0-4B92-E173DB4E8F42}"/>
              </a:ext>
            </a:extLst>
          </p:cNvPr>
          <p:cNvSpPr/>
          <p:nvPr/>
        </p:nvSpPr>
        <p:spPr>
          <a:xfrm>
            <a:off x="0" y="-3173"/>
            <a:ext cx="12192000" cy="288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2026 Contract Hopper – April 2026 Version</a:t>
            </a:r>
          </a:p>
        </p:txBody>
      </p:sp>
    </p:spTree>
    <p:extLst>
      <p:ext uri="{BB962C8B-B14F-4D97-AF65-F5344CB8AC3E}">
        <p14:creationId xmlns:p14="http://schemas.microsoft.com/office/powerpoint/2010/main" val="302333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945FB-4A11-20A1-97FA-09EB1E6B8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B505F7A3-00B1-B01D-4170-86F07735BA2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4" imgW="512" imgH="511" progId="TCLayout.ActiveDocument.1">
                  <p:embed/>
                </p:oleObj>
              </mc:Choice>
              <mc:Fallback>
                <p:oleObj name="think-cell Slide" r:id="rId114" imgW="512" imgH="51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05F7A3-00B1-B01D-4170-86F07735BA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D83769D0-6522-D3CE-3662-ABE6460249E2}"/>
              </a:ext>
            </a:extLst>
          </p:cNvPr>
          <p:cNvSpPr txBox="1">
            <a:spLocks/>
          </p:cNvSpPr>
          <p:nvPr/>
        </p:nvSpPr>
        <p:spPr>
          <a:xfrm>
            <a:off x="7953142" y="1800225"/>
            <a:ext cx="2160000" cy="4716000"/>
          </a:xfrm>
          <a:prstGeom prst="roundRect">
            <a:avLst>
              <a:gd name="adj" fmla="val 2289"/>
            </a:avLst>
          </a:prstGeom>
          <a:solidFill>
            <a:srgbClr val="E1E3D6"/>
          </a:solidFill>
        </p:spPr>
        <p:txBody>
          <a:bodyPr vert="horz" lIns="0" tIns="180000" rIns="0" bIns="180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DE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Est.</a:t>
            </a: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 </a:t>
            </a:r>
            <a:r>
              <a:rPr kumimoji="0" lang="en-DE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Savings Potential</a:t>
            </a:r>
            <a:r>
              <a:rPr kumimoji="0" lang="en-DE" sz="1000" b="1" i="0" u="none" strike="noStrike" kern="1200" cap="none" spc="0" normalizeH="0" baseline="3000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1 </a:t>
            </a:r>
            <a:r>
              <a:rPr kumimoji="0" lang="en-DE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(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USD</a:t>
            </a:r>
            <a:r>
              <a:rPr kumimoji="0" lang="en-DE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)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" panose="020B0504010101010104" pitchFamily="34" charset="77"/>
              <a:ea typeface="bp Sans" panose="020B0504010101010104" pitchFamily="34" charset="77"/>
              <a:cs typeface="bp Sans" panose="020B0504010101010104" pitchFamily="34" charset="77"/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35BE9221-0B4B-E6C5-1D2B-D4F69791910F}"/>
              </a:ext>
            </a:extLst>
          </p:cNvPr>
          <p:cNvSpPr/>
          <p:nvPr/>
        </p:nvSpPr>
        <p:spPr>
          <a:xfrm>
            <a:off x="8007142" y="4789488"/>
            <a:ext cx="2052000" cy="1584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D4A05F77-6444-A1A9-08EF-25EE46B9E922}"/>
              </a:ext>
            </a:extLst>
          </p:cNvPr>
          <p:cNvSpPr/>
          <p:nvPr/>
        </p:nvSpPr>
        <p:spPr>
          <a:xfrm>
            <a:off x="8007142" y="2611438"/>
            <a:ext cx="2052000" cy="172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39" name="Content Placeholder 5">
            <a:extLst>
              <a:ext uri="{FF2B5EF4-FFF2-40B4-BE49-F238E27FC236}">
                <a16:creationId xmlns:a16="http://schemas.microsoft.com/office/drawing/2014/main" id="{53481129-5FF1-0817-1A9C-E0D6712CE22D}"/>
              </a:ext>
            </a:extLst>
          </p:cNvPr>
          <p:cNvSpPr txBox="1">
            <a:spLocks/>
          </p:cNvSpPr>
          <p:nvPr/>
        </p:nvSpPr>
        <p:spPr>
          <a:xfrm>
            <a:off x="341313" y="1800225"/>
            <a:ext cx="7452000" cy="4716000"/>
          </a:xfrm>
          <a:prstGeom prst="roundRect">
            <a:avLst>
              <a:gd name="adj" fmla="val 1439"/>
            </a:avLst>
          </a:prstGeom>
          <a:solidFill>
            <a:srgbClr val="E1E3D6"/>
          </a:solidFill>
        </p:spPr>
        <p:txBody>
          <a:bodyPr vert="horz" lIns="0" tIns="180000" rIns="0" bIns="180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DE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Progress Tracker </a:t>
            </a:r>
            <a:r>
              <a:rPr kumimoji="0" lang="en-DE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(USD &amp; # Contracts)</a:t>
            </a:r>
          </a:p>
        </p:txBody>
      </p:sp>
      <p:sp>
        <p:nvSpPr>
          <p:cNvPr id="27" name="Content Placeholder 5">
            <a:extLst>
              <a:ext uri="{FF2B5EF4-FFF2-40B4-BE49-F238E27FC236}">
                <a16:creationId xmlns:a16="http://schemas.microsoft.com/office/drawing/2014/main" id="{8E200676-158B-3A13-864B-75C59259ACCC}"/>
              </a:ext>
            </a:extLst>
          </p:cNvPr>
          <p:cNvSpPr txBox="1">
            <a:spLocks/>
          </p:cNvSpPr>
          <p:nvPr/>
        </p:nvSpPr>
        <p:spPr>
          <a:xfrm>
            <a:off x="10233863" y="1800224"/>
            <a:ext cx="1620000" cy="4716000"/>
          </a:xfrm>
          <a:prstGeom prst="roundRect">
            <a:avLst>
              <a:gd name="adj" fmla="val 5545"/>
            </a:avLst>
          </a:prstGeom>
          <a:solidFill>
            <a:srgbClr val="E1E3D6"/>
          </a:solidFill>
        </p:spPr>
        <p:txBody>
          <a:bodyPr vert="horz" lIns="0" tIns="180000" rIns="0" bIns="180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DE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Support Needed</a:t>
            </a:r>
            <a:endParaRPr kumimoji="0" lang="en-DE" sz="1000" b="1" i="0" u="none" strike="noStrike" kern="1200" cap="none" spc="0" normalizeH="0" baseline="0" noProof="0">
              <a:ln>
                <a:noFill/>
              </a:ln>
              <a:solidFill>
                <a:srgbClr val="007F00"/>
              </a:solidFill>
              <a:effectLst/>
              <a:uLnTx/>
              <a:uFillTx/>
              <a:latin typeface="bp Sans" panose="020B0504010101010104" pitchFamily="34" charset="77"/>
              <a:ea typeface="bp Sans" panose="020B0504010101010104" pitchFamily="34" charset="77"/>
              <a:cs typeface="bp Sans" panose="020B0504010101010104" pitchFamily="34" charset="77"/>
            </a:endParaRP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UK Car Wash: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Business alignment on integration of loyalty scheme needed</a:t>
            </a: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 panose="020B0504010101010104" pitchFamily="34" charset="77"/>
              <a:ea typeface="bp Sans TT Medium" panose="020B0604020202020204" charset="0"/>
              <a:cs typeface="bp Sans TT Medium" panose="020B0604020202020204" charset="0"/>
            </a:endParaRP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Road Europe: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need continued support from M&amp;C to assess, test and implement key initiatives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 panose="020B0504010101010104" pitchFamily="34" charset="77"/>
              <a:ea typeface="bp Sans TT Medium" panose="020B0604020202020204" charset="0"/>
              <a:cs typeface="bp Sans TT Medium" panose="020B060402020202020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593B94-B0C9-E176-7874-61AE5723D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DE"/>
              <a:t>2026 Contract Hopper | </a:t>
            </a:r>
            <a:r>
              <a:rPr lang="en-GB"/>
              <a:t>M&amp;C ESA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9AC4813-4EF2-3EC5-B74A-E47FAFD78F9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263 Go-to-Market contracts ($ 318m) in 2026, of which 189 contracts ($ 214m) are in-flight or </a:t>
            </a:r>
            <a:br>
              <a:rPr lang="en-GB"/>
            </a:br>
            <a:r>
              <a:rPr lang="en-GB"/>
              <a:t>have been completed. The spend in value delivery is $ 32m with an average savings of 12%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56CA1B-3E55-ED5E-EECD-8F5C4EE12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6EAE7-A19E-4D31-8DA8-3768B267B6B2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D4627-F034-2F4B-5DF5-8625FAE5EB3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180000" indent="-180000">
              <a:buAutoNum type="arabicParenR"/>
            </a:pPr>
            <a:r>
              <a:rPr lang="en-GB"/>
              <a:t>Saving based on </a:t>
            </a:r>
            <a:r>
              <a:rPr lang="en-DE"/>
              <a:t>Compass;</a:t>
            </a:r>
            <a:r>
              <a:rPr lang="en-GB"/>
              <a:t> otherwise</a:t>
            </a:r>
            <a:r>
              <a:rPr lang="en-DE"/>
              <a:t>,</a:t>
            </a:r>
            <a:r>
              <a:rPr lang="en-GB"/>
              <a:t> 5% </a:t>
            </a:r>
            <a:r>
              <a:rPr lang="en-DE"/>
              <a:t>savings on </a:t>
            </a:r>
            <a:r>
              <a:rPr lang="en-GB"/>
              <a:t>contract spend value</a:t>
            </a:r>
            <a:r>
              <a:rPr lang="en-DE"/>
              <a:t> assumed</a:t>
            </a:r>
          </a:p>
          <a:p>
            <a:pPr marL="180000"/>
            <a:r>
              <a:rPr lang="en-DE"/>
              <a:t>Colour Key: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AD504-6386-DE9D-3740-1BD99BC5CB15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bp</a:t>
            </a: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| May 20</a:t>
            </a:r>
            <a:r>
              <a:rPr kumimoji="0" lang="en-DE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26</a:t>
            </a: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|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6F130C-B3AE-EB42-30DB-3FC9FB436CD6}"/>
              </a:ext>
            </a:extLst>
          </p:cNvPr>
          <p:cNvSpPr/>
          <p:nvPr/>
        </p:nvSpPr>
        <p:spPr>
          <a:xfrm>
            <a:off x="0" y="-3173"/>
            <a:ext cx="12192000" cy="288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2026 Contract Hopper – April 2026 Version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7C8D7B-6FAC-80BB-3255-6F60F5DA0171}"/>
              </a:ext>
            </a:extLst>
          </p:cNvPr>
          <p:cNvSpPr/>
          <p:nvPr/>
        </p:nvSpPr>
        <p:spPr>
          <a:xfrm>
            <a:off x="341313" y="2220027"/>
            <a:ext cx="7452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Stage</a:t>
            </a: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</a:t>
            </a: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Overview</a:t>
            </a: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D324E6-56D3-9F8F-9F83-37EABE855B3C}"/>
              </a:ext>
            </a:extLst>
          </p:cNvPr>
          <p:cNvSpPr/>
          <p:nvPr/>
        </p:nvSpPr>
        <p:spPr>
          <a:xfrm>
            <a:off x="341313" y="4410603"/>
            <a:ext cx="7452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Split by </a:t>
            </a: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Category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7D33D79-263C-9820-BFCB-180DF14C80B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953142" y="2220027"/>
            <a:ext cx="2160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Ann. Impact</a:t>
            </a: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by Category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2CDACEC-5EA6-A7CB-8A0B-EAACA201D7F0}"/>
              </a:ext>
            </a:extLst>
          </p:cNvPr>
          <p:cNvSpPr/>
          <p:nvPr/>
        </p:nvSpPr>
        <p:spPr>
          <a:xfrm>
            <a:off x="7953142" y="4410603"/>
            <a:ext cx="2160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2026 In-Year Impact by Category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BD3CEA0-62FD-E01B-D700-6FE48C8C667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32590" y="2611438"/>
            <a:ext cx="7282003" cy="172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Stage</a:t>
            </a: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B96017F-3FBE-9311-A76F-1DCC0B39A2A4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1209675" y="3760788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6826A35-2D00-BCCA-CFF9-C51C9B928D13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2097088" y="3648075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EF37EE0-BB15-F2BA-F3B1-EC5059E32D1E}"/>
              </a:ext>
            </a:extLst>
          </p:cNvPr>
          <p:cNvCxnSpPr/>
          <p:nvPr>
            <p:custDataLst>
              <p:tags r:id="rId7"/>
            </p:custDataLst>
          </p:nvPr>
        </p:nvCxnSpPr>
        <p:spPr bwMode="gray">
          <a:xfrm>
            <a:off x="2984500" y="3606800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E52B3EA-7A96-C0C5-074C-5E6CC718A238}"/>
              </a:ext>
            </a:extLst>
          </p:cNvPr>
          <p:cNvCxnSpPr/>
          <p:nvPr>
            <p:custDataLst>
              <p:tags r:id="rId8"/>
            </p:custDataLst>
          </p:nvPr>
        </p:nvCxnSpPr>
        <p:spPr bwMode="gray">
          <a:xfrm>
            <a:off x="3871913" y="3543300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3C31596-0863-3879-4AE0-04B802C67B18}"/>
              </a:ext>
            </a:extLst>
          </p:cNvPr>
          <p:cNvCxnSpPr/>
          <p:nvPr>
            <p:custDataLst>
              <p:tags r:id="rId9"/>
            </p:custDataLst>
          </p:nvPr>
        </p:nvCxnSpPr>
        <p:spPr bwMode="gray">
          <a:xfrm>
            <a:off x="4757738" y="3378200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D1AD385-060F-80E3-9BF5-5A5E0EE780A7}"/>
              </a:ext>
            </a:extLst>
          </p:cNvPr>
          <p:cNvCxnSpPr/>
          <p:nvPr>
            <p:custDataLst>
              <p:tags r:id="rId10"/>
            </p:custDataLst>
          </p:nvPr>
        </p:nvCxnSpPr>
        <p:spPr bwMode="gray">
          <a:xfrm>
            <a:off x="5645150" y="3252788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6919795-4A36-4E47-AC51-5F44937B9453}"/>
              </a:ext>
            </a:extLst>
          </p:cNvPr>
          <p:cNvCxnSpPr/>
          <p:nvPr>
            <p:custDataLst>
              <p:tags r:id="rId11"/>
            </p:custDataLst>
          </p:nvPr>
        </p:nvCxnSpPr>
        <p:spPr bwMode="gray">
          <a:xfrm>
            <a:off x="6532563" y="3184525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E9663789-2FBB-A715-1B16-8FEDE52641C2}"/>
              </a:ext>
            </a:extLst>
          </p:cNvPr>
          <p:cNvGraphicFramePr/>
          <p:nvPr>
            <p:custDataLst>
              <p:tags r:id="rId12"/>
            </p:custDataLst>
          </p:nvPr>
        </p:nvGraphicFramePr>
        <p:xfrm>
          <a:off x="436563" y="3101975"/>
          <a:ext cx="7262812" cy="855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6"/>
          </a:graphicData>
        </a:graphic>
      </p:graphicFrame>
      <p:sp>
        <p:nvSpPr>
          <p:cNvPr id="98" name="Text Placeholder 2">
            <a:extLst>
              <a:ext uri="{FF2B5EF4-FFF2-40B4-BE49-F238E27FC236}">
                <a16:creationId xmlns:a16="http://schemas.microsoft.com/office/drawing/2014/main" id="{77DEE970-32AD-89AF-B859-F96DAD0E15FD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557214" y="3908425"/>
            <a:ext cx="8112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55948F1-6383-49B6-80A6-6EDD9597A45D}" type="datetime'''1.'' In re''view'''''''' t''o be tak''en ''to ''marke''t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1. In review to be taken to market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99" name="Text Placeholder 2">
            <a:extLst>
              <a:ext uri="{FF2B5EF4-FFF2-40B4-BE49-F238E27FC236}">
                <a16:creationId xmlns:a16="http://schemas.microsoft.com/office/drawing/2014/main" id="{F7AF5B89-DE4F-63DF-2CEF-BE1BB474A317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1571625" y="3908425"/>
            <a:ext cx="557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5F75025-81D2-4F33-A7EF-0E06F4B8E040}" type="datetime'2''''. ''Cont''''rac''t con''''fir''med&#10;f''or'' bid''''din''g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2. Contract confirmed
for bidding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1" name="Text Placeholder 2">
            <a:extLst>
              <a:ext uri="{FF2B5EF4-FFF2-40B4-BE49-F238E27FC236}">
                <a16:creationId xmlns:a16="http://schemas.microsoft.com/office/drawing/2014/main" id="{160200DB-339B-40AD-2C26-974574645E37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2322513" y="3908425"/>
            <a:ext cx="828675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0817367-BB72-4EC6-84EA-29A4A58E2F8A}" type="datetime'''3''''''''. ''Sc''''op''''''''''''''e'' ''d''ef''i''''n''ed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3. Scope defined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4" name="Text Placeholder 2">
            <a:extLst>
              <a:ext uri="{FF2B5EF4-FFF2-40B4-BE49-F238E27FC236}">
                <a16:creationId xmlns:a16="http://schemas.microsoft.com/office/drawing/2014/main" id="{1E1E1DB2-4BC5-6A4A-3805-4DAE2BC4F26E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3340100" y="3908425"/>
            <a:ext cx="5683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DDDDC39-182E-4347-A4A9-5B16438974BD}" type="datetime'4''. Te''nder&#10;''''i''''''''''''''''n p''r''og''re''s''s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4. Tender
in progress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AAEE9739-5A98-BCAA-FD8B-0B638B380D7C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4194175" y="3908425"/>
            <a:ext cx="635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AC144B8-0B84-4B97-AC62-635CFEA5C56B}" type="datetime'''''5.'' ''''T''''en''der''&#10;''i''''n e''''valuati''on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5. Tender
in evaluation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773D7037-B84D-DD8D-8A60-A733B94FD001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5197475" y="3908425"/>
            <a:ext cx="4016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3280EEA-736B-4BA3-9CBA-5FCE2BC412D9}" type="datetime'''''6''''''''.'' C''on-''''&#10;''''''trac''ti''''n''''''''''g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6. Con-
tracting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DABBC3E8-B912-6A49-EAE0-CAB8C9BA5629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5880101" y="3908425"/>
            <a:ext cx="811213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5693ED4-C4A9-4672-8AC2-3E1AB63B3A0D}" type="datetime'7. V''''''a''''lue'''''' ''''''D''''el''i''ve''''r''''y''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7. Value Delivery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85AC0DFE-EFAD-4D7B-76AD-142CCCFA5B0F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7045325" y="3908425"/>
            <a:ext cx="25400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5591669-EBEC-46C0-BFB2-A47A5B931512}" type="datetime'''''''T''''''''''''ot''a''l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Total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12" name="Text Placeholder 2">
            <a:extLst>
              <a:ext uri="{FF2B5EF4-FFF2-40B4-BE49-F238E27FC236}">
                <a16:creationId xmlns:a16="http://schemas.microsoft.com/office/drawing/2014/main" id="{8BFEFC49-A679-DA72-6858-B9398272755C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800100" y="3490913"/>
            <a:ext cx="3238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3DA12D8-152C-486A-92B6-40DB8472742D}" type="datetime''''''''''' ''''''''''''5''''''''3''''''m'''''''''' 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53m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41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0F623632-21FA-8837-57EE-5C488886E8E7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1700213" y="3378200"/>
            <a:ext cx="2984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A531016-6AC5-4B7F-91B7-023F0888C13E}" type="datetime''''''''' ''''''5''1''''''m'''''''''''''''''''''''''''''''' 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51m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33</a:t>
            </a:r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5310CFEA-A96D-1000-D810-A725855176C8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2587625" y="3336925"/>
            <a:ext cx="3000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B0A5CB0-3D89-41EF-BD2D-FDB5B97D548E}" type="datetime''' 19''''''''''m'''''''''''''''''''''''''''''''''''' 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19m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55</a:t>
            </a:r>
          </a:p>
        </p:txBody>
      </p:sp>
      <p:sp>
        <p:nvSpPr>
          <p:cNvPr id="133" name="Text Placeholder 2">
            <a:extLst>
              <a:ext uri="{FF2B5EF4-FFF2-40B4-BE49-F238E27FC236}">
                <a16:creationId xmlns:a16="http://schemas.microsoft.com/office/drawing/2014/main" id="{CAF552FD-7D57-5017-E546-CF9B58DF012F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3462338" y="3273425"/>
            <a:ext cx="3238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B2E0E60-9338-4039-A176-F4758175EF2E}" type="datetime''''''''''''''''''''''''''' 2''''9''''''''''''''''m 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29m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10</a:t>
            </a:r>
          </a:p>
        </p:txBody>
      </p:sp>
      <p:sp>
        <p:nvSpPr>
          <p:cNvPr id="134" name="Text Placeholder 2">
            <a:extLst>
              <a:ext uri="{FF2B5EF4-FFF2-40B4-BE49-F238E27FC236}">
                <a16:creationId xmlns:a16="http://schemas.microsoft.com/office/drawing/2014/main" id="{CBC612DB-F0B2-A36A-5A5A-807A55D2511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4354513" y="3108325"/>
            <a:ext cx="3143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95219C0-0421-40ED-A539-53239328C580}" type="datetime''''' 7''''6''''''''''''''''''''''''''''m'''''''' 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76m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54</a:t>
            </a: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8B3B4656-3964-E00D-8636-5632330132B5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5233988" y="2982913"/>
            <a:ext cx="3286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BDB3613-C8CF-4C9B-9F55-3E1426AB6F26}" type="datetime''''''''''''''' ''''''''''''''58''''m'''''''''''''''''''' 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58m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43</a:t>
            </a:r>
          </a:p>
        </p:txBody>
      </p:sp>
      <p:sp>
        <p:nvSpPr>
          <p:cNvPr id="136" name="Text Placeholder 2">
            <a:extLst>
              <a:ext uri="{FF2B5EF4-FFF2-40B4-BE49-F238E27FC236}">
                <a16:creationId xmlns:a16="http://schemas.microsoft.com/office/drawing/2014/main" id="{8785C5DA-4A78-573B-76FC-CD64E547D0C9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6124575" y="2914650"/>
            <a:ext cx="3222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F10B168-ABE3-4D51-941B-25C40FC0B192}" type="datetime''' ''''''''3''''''''''''''''''''''''2''m'' 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32m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27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DDB1D821-4F4B-F1AF-0480-6152A2B90C91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6989763" y="2914650"/>
            <a:ext cx="3667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1E18A4A-2B9F-47DD-9824-24309DCF7CB7}" type="datetime''''' 3''''''18''''''''''m'''' 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318m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263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2F1C331-B4AC-D748-516A-BC441A81A8C5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8012113" y="6683375"/>
            <a:ext cx="142875" cy="106363"/>
          </a:xfrm>
          <a:prstGeom prst="rect">
            <a:avLst/>
          </a:prstGeom>
          <a:solidFill>
            <a:srgbClr val="D6A300"/>
          </a:solidFill>
          <a:ln w="952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for BP Light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2981E720-2A91-652F-CBE7-E5C6B425B22F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8702675" y="6683375"/>
            <a:ext cx="142875" cy="106363"/>
          </a:xfrm>
          <a:prstGeom prst="rect">
            <a:avLst/>
          </a:prstGeom>
          <a:solidFill>
            <a:srgbClr val="6AA700"/>
          </a:solidFill>
          <a:ln w="952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for BP Light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81C6E98E-6FA2-BFDF-8A2B-CB82D798D0D2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9412288" y="6683375"/>
            <a:ext cx="142875" cy="106363"/>
          </a:xfrm>
          <a:prstGeom prst="rect">
            <a:avLst/>
          </a:prstGeom>
          <a:solidFill>
            <a:schemeClr val="accent3"/>
          </a:solidFill>
          <a:ln w="952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for BP Light"/>
              <a:ea typeface="+mn-ea"/>
              <a:cs typeface="+mn-cs"/>
            </a:endParaRPr>
          </a:p>
        </p:txBody>
      </p:sp>
      <p:sp>
        <p:nvSpPr>
          <p:cNvPr id="141" name="Text Placeholder 2">
            <a:extLst>
              <a:ext uri="{FF2B5EF4-FFF2-40B4-BE49-F238E27FC236}">
                <a16:creationId xmlns:a16="http://schemas.microsoft.com/office/drawing/2014/main" id="{BF9AA69E-0A09-8981-5991-760D2AB6248E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8205788" y="6678613"/>
            <a:ext cx="395288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1F44F19-13DB-4F42-A60A-D4DE0B41DCA0}" type="datetime'''''''''''''P''''i''''''''''p''''el''''''''i''n''e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Pipeline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42" name="Text Placeholder 2">
            <a:extLst>
              <a:ext uri="{FF2B5EF4-FFF2-40B4-BE49-F238E27FC236}">
                <a16:creationId xmlns:a16="http://schemas.microsoft.com/office/drawing/2014/main" id="{D3197750-2279-9CD1-46CA-88C69BF9DFAD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8896350" y="6678613"/>
            <a:ext cx="414338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290F1B8-F8A3-469B-8DF4-0A97B888AF64}" type="datetime'''''''''I''''''''''''n''-''''''F''''''''''''l''''ig''''''ht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In-Flight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44" name="Text Placeholder 2">
            <a:extLst>
              <a:ext uri="{FF2B5EF4-FFF2-40B4-BE49-F238E27FC236}">
                <a16:creationId xmlns:a16="http://schemas.microsoft.com/office/drawing/2014/main" id="{31617088-AAA2-A36D-B6C6-9C983AFBA553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9605963" y="6678613"/>
            <a:ext cx="54610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B76CCE1-6CC8-47C7-8A79-54170FE4DCF6}" type="datetime'''''Co''''m''''''p''''l''''''ete''''''''''''''''''''''''''d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Completed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E1111042-E297-0228-4544-29E661D9E198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1893232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505A94C8-B9F7-B308-2071-A670E17A0F2D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3366432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352B2031-C386-4D2C-5202-6395A706F843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4838044" y="5114925"/>
            <a:ext cx="1404938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36D7A2F4-23D0-E329-EDFE-588E9EEF310C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6311244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B89D09C7-167C-FDDA-6012-FFB725C669B5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420032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5E067421-1D85-BE02-600F-0BF29F400881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420032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Retail Assets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164 contracts</a:t>
            </a: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0EC693CC-BD67-7E64-1F48-59D61AB5428F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1893232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Marketing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6</a:t>
            </a:r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2</a:t>
            </a: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contracts</a:t>
            </a: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3E4C8D4A-DD5B-6085-E13B-6339C83ACCDD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3366432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Logistics and Fuel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6 contracts</a:t>
            </a: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AA0ABE8E-B7BC-93C6-2823-011F1AA44E3A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4838044" y="4789488"/>
            <a:ext cx="1404938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(Headings)"/>
                <a:ea typeface="+mn-ea"/>
                <a:cs typeface="+mn-cs"/>
              </a:rPr>
              <a:t>Convenience Retail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(Headings)"/>
                <a:ea typeface="+mn-ea"/>
                <a:cs typeface="+mn-cs"/>
              </a:rPr>
              <a:t>#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(Headings)"/>
                <a:ea typeface="+mn-ea"/>
                <a:cs typeface="+mn-cs"/>
              </a:rPr>
              <a:t>11 </a:t>
            </a: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(Headings)"/>
                <a:ea typeface="+mn-ea"/>
                <a:cs typeface="+mn-cs"/>
              </a:rPr>
              <a:t>contracts</a:t>
            </a: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12753EC5-3B89-EEF0-16E8-7A718407BA3C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6311244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bp Sans Light" panose="020B0404010101010104" pitchFamily="34" charset="0"/>
                <a:cs typeface="bp Sans Light" panose="020B0404010101010104" pitchFamily="34" charset="0"/>
              </a:rPr>
              <a:t>Others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bp Sans Light" panose="020B0404010101010104" pitchFamily="34" charset="0"/>
                <a:cs typeface="bp Sans Light" panose="020B0404010101010104" pitchFamily="34" charset="0"/>
              </a:rPr>
              <a:t># 2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bp Sans Light" panose="020B0404010101010104" pitchFamily="34" charset="0"/>
                <a:cs typeface="bp Sans Light" panose="020B0404010101010104" pitchFamily="34" charset="0"/>
              </a:rPr>
              <a:t>0</a:t>
            </a: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bp Sans Light" panose="020B0404010101010104" pitchFamily="34" charset="0"/>
                <a:cs typeface="bp Sans Light" panose="020B0404010101010104" pitchFamily="34" charset="0"/>
              </a:rPr>
              <a:t> contracts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8B7E404A-17A1-17C3-ED3C-B6402EE209A6}"/>
              </a:ext>
            </a:extLst>
          </p:cNvPr>
          <p:cNvGraphicFramePr/>
          <p:nvPr>
            <p:custDataLst>
              <p:tags r:id="rId45"/>
            </p:custDataLst>
          </p:nvPr>
        </p:nvGraphicFramePr>
        <p:xfrm>
          <a:off x="600075" y="5299075"/>
          <a:ext cx="1044575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7"/>
          </a:graphicData>
        </a:graphic>
      </p:graphicFrame>
      <p:sp>
        <p:nvSpPr>
          <p:cNvPr id="286" name="Text Placeholder 2">
            <a:extLst>
              <a:ext uri="{FF2B5EF4-FFF2-40B4-BE49-F238E27FC236}">
                <a16:creationId xmlns:a16="http://schemas.microsoft.com/office/drawing/2014/main" id="{023B8538-62DC-B049-B001-57FD671346A0}"/>
              </a:ext>
            </a:extLst>
          </p:cNvPr>
          <p:cNvSpPr>
            <a:spLocks/>
          </p:cNvSpPr>
          <p:nvPr>
            <p:custDataLst>
              <p:tags r:id="rId46"/>
            </p:custDataLst>
          </p:nvPr>
        </p:nvSpPr>
        <p:spPr bwMode="auto">
          <a:xfrm>
            <a:off x="1538288" y="5762625"/>
            <a:ext cx="2238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FB5BF61-832B-4049-85A8-F03A8D94F5BA}" type="datetime''''''''''' ''''''''''8''''''''''''''''m'''' 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8m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22</a:t>
            </a:r>
          </a:p>
        </p:txBody>
      </p:sp>
      <p:sp>
        <p:nvSpPr>
          <p:cNvPr id="287" name="Text Placeholder 2">
            <a:extLst>
              <a:ext uri="{FF2B5EF4-FFF2-40B4-BE49-F238E27FC236}">
                <a16:creationId xmlns:a16="http://schemas.microsoft.com/office/drawing/2014/main" id="{59725641-7FCC-F727-96CF-050B4DDBD14F}"/>
              </a:ext>
            </a:extLst>
          </p:cNvPr>
          <p:cNvSpPr>
            <a:spLocks/>
          </p:cNvSpPr>
          <p:nvPr>
            <p:custDataLst>
              <p:tags r:id="rId47"/>
            </p:custDataLst>
          </p:nvPr>
        </p:nvSpPr>
        <p:spPr bwMode="auto">
          <a:xfrm>
            <a:off x="479425" y="5291138"/>
            <a:ext cx="2936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5F39590-CE0F-4330-8A84-70598F9D03DF}" type="datetime' 1''''''''''''''''''''''2''''''''1''''''''m'''' 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121m </a:t>
            </a:fld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119</a:t>
            </a:r>
          </a:p>
        </p:txBody>
      </p:sp>
      <p:sp>
        <p:nvSpPr>
          <p:cNvPr id="288" name="Text Placeholder 2">
            <a:extLst>
              <a:ext uri="{FF2B5EF4-FFF2-40B4-BE49-F238E27FC236}">
                <a16:creationId xmlns:a16="http://schemas.microsoft.com/office/drawing/2014/main" id="{2AD13FED-3120-AF53-BAF5-6B376F7131CA}"/>
              </a:ext>
            </a:extLst>
          </p:cNvPr>
          <p:cNvSpPr>
            <a:spLocks/>
          </p:cNvSpPr>
          <p:nvPr>
            <p:custDataLst>
              <p:tags r:id="rId48"/>
            </p:custDataLst>
          </p:nvPr>
        </p:nvSpPr>
        <p:spPr bwMode="auto">
          <a:xfrm>
            <a:off x="1539875" y="5518150"/>
            <a:ext cx="2206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5C7BD3B-D76B-4DBB-8DC6-B83E75440B78}" type="datetime''''''''''''''''''''''''' ''''''''''''''6''''''''''''''m 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6m </a:t>
            </a:fld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23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8C7DFEC7-D550-A755-0CAC-D266B8288460}"/>
              </a:ext>
            </a:extLst>
          </p:cNvPr>
          <p:cNvGraphicFramePr/>
          <p:nvPr>
            <p:custDataLst>
              <p:tags r:id="rId49"/>
            </p:custDataLst>
          </p:nvPr>
        </p:nvGraphicFramePr>
        <p:xfrm>
          <a:off x="2073275" y="5299075"/>
          <a:ext cx="1044575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8"/>
          </a:graphicData>
        </a:graphic>
      </p:graphicFrame>
      <p:sp>
        <p:nvSpPr>
          <p:cNvPr id="290" name="Text Placeholder 2">
            <a:extLst>
              <a:ext uri="{FF2B5EF4-FFF2-40B4-BE49-F238E27FC236}">
                <a16:creationId xmlns:a16="http://schemas.microsoft.com/office/drawing/2014/main" id="{A3FEFBE5-7E7A-0669-6687-4851DC16A001}"/>
              </a:ext>
            </a:extLst>
          </p:cNvPr>
          <p:cNvSpPr>
            <a:spLocks/>
          </p:cNvSpPr>
          <p:nvPr>
            <p:custDataLst>
              <p:tags r:id="rId50"/>
            </p:custDataLst>
          </p:nvPr>
        </p:nvSpPr>
        <p:spPr bwMode="auto">
          <a:xfrm>
            <a:off x="1938338" y="5924550"/>
            <a:ext cx="2841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71AECBC-C538-4155-A357-9FD8AA429804}" type="datetime''''''' ''''''''5''''''''''''''6''''''''''''''m 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56m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37</a:t>
            </a:r>
          </a:p>
        </p:txBody>
      </p:sp>
      <p:sp>
        <p:nvSpPr>
          <p:cNvPr id="291" name="Text Placeholder 2">
            <a:extLst>
              <a:ext uri="{FF2B5EF4-FFF2-40B4-BE49-F238E27FC236}">
                <a16:creationId xmlns:a16="http://schemas.microsoft.com/office/drawing/2014/main" id="{54C14E8F-2C3A-7ED0-AFA7-13AF0AC6195B}"/>
              </a:ext>
            </a:extLst>
          </p:cNvPr>
          <p:cNvSpPr>
            <a:spLocks/>
          </p:cNvSpPr>
          <p:nvPr>
            <p:custDataLst>
              <p:tags r:id="rId51"/>
            </p:custDataLst>
          </p:nvPr>
        </p:nvSpPr>
        <p:spPr bwMode="auto">
          <a:xfrm>
            <a:off x="2681288" y="5135563"/>
            <a:ext cx="2317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EA097E1-A9E2-4343-B0F0-14A513C00D2B}" type="datetime' ''''''11''''''''''''''''m'''''''' ''''''''''''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11m </a:t>
            </a:fld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24</a:t>
            </a:r>
          </a:p>
        </p:txBody>
      </p:sp>
      <p:sp>
        <p:nvSpPr>
          <p:cNvPr id="292" name="Text Placeholder 2">
            <a:extLst>
              <a:ext uri="{FF2B5EF4-FFF2-40B4-BE49-F238E27FC236}">
                <a16:creationId xmlns:a16="http://schemas.microsoft.com/office/drawing/2014/main" id="{3DE4E13F-044A-E44D-BE8B-F1E65D5B0237}"/>
              </a:ext>
            </a:extLst>
          </p:cNvPr>
          <p:cNvSpPr>
            <a:spLocks/>
          </p:cNvSpPr>
          <p:nvPr>
            <p:custDataLst>
              <p:tags r:id="rId52"/>
            </p:custDataLst>
          </p:nvPr>
        </p:nvSpPr>
        <p:spPr bwMode="auto">
          <a:xfrm>
            <a:off x="2963863" y="5322888"/>
            <a:ext cx="3000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en-US" sz="8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&lt;0.1m</a:t>
            </a:r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1</a:t>
            </a: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55B69D4A-68D9-D9AC-4AC2-A87C6400AB02}"/>
              </a:ext>
            </a:extLst>
          </p:cNvPr>
          <p:cNvGraphicFramePr/>
          <p:nvPr>
            <p:custDataLst>
              <p:tags r:id="rId53"/>
            </p:custDataLst>
          </p:nvPr>
        </p:nvGraphicFramePr>
        <p:xfrm>
          <a:off x="5019675" y="5299075"/>
          <a:ext cx="1042988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9"/>
          </a:graphicData>
        </a:graphic>
      </p:graphicFrame>
      <p:sp>
        <p:nvSpPr>
          <p:cNvPr id="298" name="Text Placeholder 2">
            <a:extLst>
              <a:ext uri="{FF2B5EF4-FFF2-40B4-BE49-F238E27FC236}">
                <a16:creationId xmlns:a16="http://schemas.microsoft.com/office/drawing/2014/main" id="{53714AF3-D92F-2CB5-D4C4-CB2B5D791FE3}"/>
              </a:ext>
            </a:extLst>
          </p:cNvPr>
          <p:cNvSpPr>
            <a:spLocks/>
          </p:cNvSpPr>
          <p:nvPr>
            <p:custDataLst>
              <p:tags r:id="rId54"/>
            </p:custDataLst>
          </p:nvPr>
        </p:nvSpPr>
        <p:spPr bwMode="auto">
          <a:xfrm>
            <a:off x="5764213" y="5175250"/>
            <a:ext cx="2873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9D1CF0C-1B91-4910-80AD-12252C6133A8}" type="datetime' ''3''''''''''''''''''''''''''''8''''''''''''''''m'''' 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38m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8</a:t>
            </a:r>
          </a:p>
        </p:txBody>
      </p:sp>
      <p:sp>
        <p:nvSpPr>
          <p:cNvPr id="299" name="Text Placeholder 2">
            <a:extLst>
              <a:ext uri="{FF2B5EF4-FFF2-40B4-BE49-F238E27FC236}">
                <a16:creationId xmlns:a16="http://schemas.microsoft.com/office/drawing/2014/main" id="{32344DDA-4852-58F2-048E-495DC02D1D14}"/>
              </a:ext>
            </a:extLst>
          </p:cNvPr>
          <p:cNvSpPr>
            <a:spLocks/>
          </p:cNvSpPr>
          <p:nvPr>
            <p:custDataLst>
              <p:tags r:id="rId55"/>
            </p:custDataLst>
          </p:nvPr>
        </p:nvSpPr>
        <p:spPr bwMode="auto">
          <a:xfrm>
            <a:off x="4868863" y="5902325"/>
            <a:ext cx="2889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ABD8102-28C1-443A-8125-E34D9C9E85D4}" type="datetime''''' ''3''''''''''0''''''''''''''''''''''''m'' 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30m </a:t>
            </a:fld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3</a:t>
            </a:r>
          </a:p>
        </p:txBody>
      </p:sp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68CDF3F5-9813-B076-EA46-4B223316446C}"/>
              </a:ext>
            </a:extLst>
          </p:cNvPr>
          <p:cNvGraphicFramePr/>
          <p:nvPr>
            <p:custDataLst>
              <p:tags r:id="rId56"/>
            </p:custDataLst>
          </p:nvPr>
        </p:nvGraphicFramePr>
        <p:xfrm>
          <a:off x="6491288" y="5299075"/>
          <a:ext cx="1044575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0"/>
          </a:graphicData>
        </a:graphic>
      </p:graphicFrame>
      <p:sp>
        <p:nvSpPr>
          <p:cNvPr id="302" name="Text Placeholder 2">
            <a:extLst>
              <a:ext uri="{FF2B5EF4-FFF2-40B4-BE49-F238E27FC236}">
                <a16:creationId xmlns:a16="http://schemas.microsoft.com/office/drawing/2014/main" id="{49602781-C521-70CE-6B59-37287218568A}"/>
              </a:ext>
            </a:extLst>
          </p:cNvPr>
          <p:cNvSpPr>
            <a:spLocks/>
          </p:cNvSpPr>
          <p:nvPr>
            <p:custDataLst>
              <p:tags r:id="rId57"/>
            </p:custDataLst>
          </p:nvPr>
        </p:nvSpPr>
        <p:spPr bwMode="auto">
          <a:xfrm>
            <a:off x="6402388" y="5518150"/>
            <a:ext cx="1936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3BB41E8-5784-4172-954B-C9E12CEE5F97}" type="datetime''''''''' ''''''''1''''''m'''''''''''''''''' 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3</a:t>
            </a:r>
          </a:p>
        </p:txBody>
      </p:sp>
      <p:sp>
        <p:nvSpPr>
          <p:cNvPr id="303" name="Text Placeholder 2">
            <a:extLst>
              <a:ext uri="{FF2B5EF4-FFF2-40B4-BE49-F238E27FC236}">
                <a16:creationId xmlns:a16="http://schemas.microsoft.com/office/drawing/2014/main" id="{BDA222D4-0001-C699-9CC7-5C35C4497D72}"/>
              </a:ext>
            </a:extLst>
          </p:cNvPr>
          <p:cNvSpPr>
            <a:spLocks/>
          </p:cNvSpPr>
          <p:nvPr>
            <p:custDataLst>
              <p:tags r:id="rId58"/>
            </p:custDataLst>
          </p:nvPr>
        </p:nvSpPr>
        <p:spPr bwMode="auto">
          <a:xfrm>
            <a:off x="7431088" y="5726113"/>
            <a:ext cx="2555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55D812F-BCD4-4125-A24D-E56498C6718E}" type="datetime' ''''''''''''''''''''''2''''1''''m'''''''''' 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21m </a:t>
            </a:fld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15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082F07CC-66BA-2D7F-AC1E-267273FF73DE}"/>
              </a:ext>
            </a:extLst>
          </p:cNvPr>
          <p:cNvSpPr>
            <a:spLocks/>
          </p:cNvSpPr>
          <p:nvPr>
            <p:custDataLst>
              <p:tags r:id="rId59"/>
            </p:custDataLst>
          </p:nvPr>
        </p:nvSpPr>
        <p:spPr bwMode="auto">
          <a:xfrm>
            <a:off x="6380163" y="5762625"/>
            <a:ext cx="2174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4BD466B-5FC0-4AC7-8AC8-C297FA99CF46}" type="datetime''''' ''''''''2''''m'''''''''''''''''''''' '''''''''">
              <a:rPr kumimoji="0" lang="en-US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2m </a:t>
            </a:fld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cxnSp>
        <p:nvCxnSpPr>
          <p:cNvPr id="396" name="Straight Connector 395">
            <a:extLst>
              <a:ext uri="{FF2B5EF4-FFF2-40B4-BE49-F238E27FC236}">
                <a16:creationId xmlns:a16="http://schemas.microsoft.com/office/drawing/2014/main" id="{60D499EF-8011-2E70-D511-09FEDBF8C327}"/>
              </a:ext>
            </a:extLst>
          </p:cNvPr>
          <p:cNvCxnSpPr/>
          <p:nvPr>
            <p:custDataLst>
              <p:tags r:id="rId60"/>
            </p:custDataLst>
          </p:nvPr>
        </p:nvCxnSpPr>
        <p:spPr bwMode="gray">
          <a:xfrm>
            <a:off x="8266113" y="5678488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7" name="Straight Connector 396">
            <a:extLst>
              <a:ext uri="{FF2B5EF4-FFF2-40B4-BE49-F238E27FC236}">
                <a16:creationId xmlns:a16="http://schemas.microsoft.com/office/drawing/2014/main" id="{46499F11-35E2-B245-2F04-445424966F18}"/>
              </a:ext>
            </a:extLst>
          </p:cNvPr>
          <p:cNvCxnSpPr/>
          <p:nvPr>
            <p:custDataLst>
              <p:tags r:id="rId61"/>
            </p:custDataLst>
          </p:nvPr>
        </p:nvCxnSpPr>
        <p:spPr bwMode="gray">
          <a:xfrm>
            <a:off x="8574088" y="5461000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8" name="Straight Connector 397">
            <a:extLst>
              <a:ext uri="{FF2B5EF4-FFF2-40B4-BE49-F238E27FC236}">
                <a16:creationId xmlns:a16="http://schemas.microsoft.com/office/drawing/2014/main" id="{69C603C9-7758-ED24-BB40-E48FF0A4B68B}"/>
              </a:ext>
            </a:extLst>
          </p:cNvPr>
          <p:cNvCxnSpPr/>
          <p:nvPr>
            <p:custDataLst>
              <p:tags r:id="rId62"/>
            </p:custDataLst>
          </p:nvPr>
        </p:nvCxnSpPr>
        <p:spPr bwMode="gray">
          <a:xfrm>
            <a:off x="8882063" y="5383213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9" name="Straight Connector 398">
            <a:extLst>
              <a:ext uri="{FF2B5EF4-FFF2-40B4-BE49-F238E27FC236}">
                <a16:creationId xmlns:a16="http://schemas.microsoft.com/office/drawing/2014/main" id="{D4491FCC-47BF-2C2F-A83E-8225616B1796}"/>
              </a:ext>
            </a:extLst>
          </p:cNvPr>
          <p:cNvCxnSpPr/>
          <p:nvPr>
            <p:custDataLst>
              <p:tags r:id="rId63"/>
            </p:custDataLst>
          </p:nvPr>
        </p:nvCxnSpPr>
        <p:spPr bwMode="gray">
          <a:xfrm>
            <a:off x="9190038" y="528637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65E32044-2C25-370B-A7BB-DF89D43A7CD5}"/>
              </a:ext>
            </a:extLst>
          </p:cNvPr>
          <p:cNvCxnSpPr/>
          <p:nvPr>
            <p:custDataLst>
              <p:tags r:id="rId64"/>
            </p:custDataLst>
          </p:nvPr>
        </p:nvCxnSpPr>
        <p:spPr bwMode="gray">
          <a:xfrm>
            <a:off x="9498013" y="511492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1" name="Chart 40">
            <a:extLst>
              <a:ext uri="{FF2B5EF4-FFF2-40B4-BE49-F238E27FC236}">
                <a16:creationId xmlns:a16="http://schemas.microsoft.com/office/drawing/2014/main" id="{CE8F9708-1700-B127-8060-EC217EEF4243}"/>
              </a:ext>
            </a:extLst>
          </p:cNvPr>
          <p:cNvGraphicFramePr/>
          <p:nvPr>
            <p:custDataLst>
              <p:tags r:id="rId65"/>
            </p:custDataLst>
          </p:nvPr>
        </p:nvGraphicFramePr>
        <p:xfrm>
          <a:off x="7943850" y="5032375"/>
          <a:ext cx="2012950" cy="1108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1"/>
          </a:graphicData>
        </a:graphic>
      </p:graphicFrame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33385D75-7B6F-0446-9972-E226F52C2CE3}"/>
              </a:ext>
            </a:extLst>
          </p:cNvPr>
          <p:cNvCxnSpPr>
            <a:cxnSpLocks/>
          </p:cNvCxnSpPr>
          <p:nvPr>
            <p:custDataLst>
              <p:tags r:id="rId66"/>
            </p:custDataLst>
          </p:nvPr>
        </p:nvCxnSpPr>
        <p:spPr bwMode="gray">
          <a:xfrm flipH="1">
            <a:off x="9783763" y="5189538"/>
            <a:ext cx="34925" cy="0"/>
          </a:xfrm>
          <a:prstGeom prst="line">
            <a:avLst/>
          </a:prstGeom>
          <a:ln w="635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3" name="Straight Connector 402">
            <a:extLst>
              <a:ext uri="{FF2B5EF4-FFF2-40B4-BE49-F238E27FC236}">
                <a16:creationId xmlns:a16="http://schemas.microsoft.com/office/drawing/2014/main" id="{5D42BD4D-A9DF-4A9B-7E73-876199DB737E}"/>
              </a:ext>
            </a:extLst>
          </p:cNvPr>
          <p:cNvCxnSpPr>
            <a:cxnSpLocks/>
          </p:cNvCxnSpPr>
          <p:nvPr>
            <p:custDataLst>
              <p:tags r:id="rId67"/>
            </p:custDataLst>
          </p:nvPr>
        </p:nvCxnSpPr>
        <p:spPr bwMode="gray">
          <a:xfrm flipH="1">
            <a:off x="9783763" y="5559425"/>
            <a:ext cx="34925" cy="0"/>
          </a:xfrm>
          <a:prstGeom prst="line">
            <a:avLst/>
          </a:prstGeom>
          <a:ln w="635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4" name="Straight Connector 403">
            <a:extLst>
              <a:ext uri="{FF2B5EF4-FFF2-40B4-BE49-F238E27FC236}">
                <a16:creationId xmlns:a16="http://schemas.microsoft.com/office/drawing/2014/main" id="{252B01BE-43BA-AE7E-49ED-3AF8CDA74305}"/>
              </a:ext>
            </a:extLst>
          </p:cNvPr>
          <p:cNvCxnSpPr>
            <a:cxnSpLocks/>
          </p:cNvCxnSpPr>
          <p:nvPr>
            <p:custDataLst>
              <p:tags r:id="rId68"/>
            </p:custDataLst>
          </p:nvPr>
        </p:nvCxnSpPr>
        <p:spPr bwMode="gray">
          <a:xfrm flipH="1">
            <a:off x="9783763" y="5954713"/>
            <a:ext cx="34925" cy="0"/>
          </a:xfrm>
          <a:prstGeom prst="line">
            <a:avLst/>
          </a:prstGeom>
          <a:ln w="635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5" name="Text Placeholder 2">
            <a:extLst>
              <a:ext uri="{FF2B5EF4-FFF2-40B4-BE49-F238E27FC236}">
                <a16:creationId xmlns:a16="http://schemas.microsoft.com/office/drawing/2014/main" id="{45472C05-BCB9-98E9-2DCC-794CABB44A25}"/>
              </a:ext>
            </a:extLst>
          </p:cNvPr>
          <p:cNvSpPr>
            <a:spLocks/>
          </p:cNvSpPr>
          <p:nvPr>
            <p:custDataLst>
              <p:tags r:id="rId69"/>
            </p:custDataLst>
          </p:nvPr>
        </p:nvSpPr>
        <p:spPr bwMode="auto">
          <a:xfrm>
            <a:off x="8032750" y="6088063"/>
            <a:ext cx="2968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7683917-C56F-4F6C-9A46-F32A9676BA24}" type="datetime'R''''''''''''e''''''t''a''''il'' ''As''''''''''s''''et''s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Retail Assets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06" name="Text Placeholder 2">
            <a:extLst>
              <a:ext uri="{FF2B5EF4-FFF2-40B4-BE49-F238E27FC236}">
                <a16:creationId xmlns:a16="http://schemas.microsoft.com/office/drawing/2014/main" id="{5075527E-D102-5846-28F2-CB0B5C50BE47}"/>
              </a:ext>
            </a:extLst>
          </p:cNvPr>
          <p:cNvSpPr>
            <a:spLocks/>
          </p:cNvSpPr>
          <p:nvPr>
            <p:custDataLst>
              <p:tags r:id="rId70"/>
            </p:custDataLst>
          </p:nvPr>
        </p:nvSpPr>
        <p:spPr bwMode="auto">
          <a:xfrm>
            <a:off x="8350250" y="6088063"/>
            <a:ext cx="2778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AD8AE2D-683C-4E3B-A4BE-C81C2E6036A0}" type="datetime'''''''''''M''arke''''''''''''&#10;''''''t''i''''''n''''''''''g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Marke
ting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07" name="Text Placeholder 2">
            <a:extLst>
              <a:ext uri="{FF2B5EF4-FFF2-40B4-BE49-F238E27FC236}">
                <a16:creationId xmlns:a16="http://schemas.microsoft.com/office/drawing/2014/main" id="{D71E4C23-CB26-7452-8159-BE36F61DCA46}"/>
              </a:ext>
            </a:extLst>
          </p:cNvPr>
          <p:cNvSpPr>
            <a:spLocks/>
          </p:cNvSpPr>
          <p:nvPr>
            <p:custDataLst>
              <p:tags r:id="rId71"/>
            </p:custDataLst>
          </p:nvPr>
        </p:nvSpPr>
        <p:spPr bwMode="auto">
          <a:xfrm>
            <a:off x="8659813" y="6088063"/>
            <a:ext cx="2746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6E43D3D-21A2-48B1-9653-034F461957EB}" type="datetime'''''''''L''o''''g.'''''' &amp; ''''F''''u''''''''e''''l''''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Log. &amp; Fuel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08" name="Text Placeholder 2">
            <a:extLst>
              <a:ext uri="{FF2B5EF4-FFF2-40B4-BE49-F238E27FC236}">
                <a16:creationId xmlns:a16="http://schemas.microsoft.com/office/drawing/2014/main" id="{CE5A0C23-2B2F-5720-4BCA-BD8D0D61824D}"/>
              </a:ext>
            </a:extLst>
          </p:cNvPr>
          <p:cNvSpPr>
            <a:spLocks/>
          </p:cNvSpPr>
          <p:nvPr>
            <p:custDataLst>
              <p:tags r:id="rId72"/>
            </p:custDataLst>
          </p:nvPr>
        </p:nvSpPr>
        <p:spPr bwMode="auto">
          <a:xfrm>
            <a:off x="8974138" y="6088063"/>
            <a:ext cx="2603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5554E97-0D80-4247-BB65-E331BE568BD5}" type="datetime'Co''''''''n''''''''v''''''''''''''''''. ''Ret''''ai''''''l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Conv. Retail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09" name="Text Placeholder 2">
            <a:extLst>
              <a:ext uri="{FF2B5EF4-FFF2-40B4-BE49-F238E27FC236}">
                <a16:creationId xmlns:a16="http://schemas.microsoft.com/office/drawing/2014/main" id="{FE1C53F8-13D2-A795-DF83-A3325117B3D5}"/>
              </a:ext>
            </a:extLst>
          </p:cNvPr>
          <p:cNvSpPr>
            <a:spLocks/>
          </p:cNvSpPr>
          <p:nvPr>
            <p:custDataLst>
              <p:tags r:id="rId73"/>
            </p:custDataLst>
          </p:nvPr>
        </p:nvSpPr>
        <p:spPr bwMode="auto">
          <a:xfrm>
            <a:off x="9258301" y="6088064"/>
            <a:ext cx="307975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2C55BDF-2A28-4B44-A3AA-9713F01AD6BF}" type="datetime'''''''O''t''h''''e''''''''''''''''''r''''s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Others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10" name="Text Placeholder 2">
            <a:extLst>
              <a:ext uri="{FF2B5EF4-FFF2-40B4-BE49-F238E27FC236}">
                <a16:creationId xmlns:a16="http://schemas.microsoft.com/office/drawing/2014/main" id="{C7C16CC8-6EFC-63EF-22D6-0B398810F275}"/>
              </a:ext>
            </a:extLst>
          </p:cNvPr>
          <p:cNvSpPr>
            <a:spLocks/>
          </p:cNvSpPr>
          <p:nvPr>
            <p:custDataLst>
              <p:tags r:id="rId74"/>
            </p:custDataLst>
          </p:nvPr>
        </p:nvSpPr>
        <p:spPr bwMode="gray">
          <a:xfrm>
            <a:off x="9818688" y="5137150"/>
            <a:ext cx="174625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7CDD615-1928-4603-A23C-FD171702DBDE}" type="datetime'''''''2''''''''''''''''''m'''''''''''">
              <a:rPr kumimoji="0" lang="en-GB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2m</a:t>
            </a:fld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11" name="Text Placeholder 2">
            <a:extLst>
              <a:ext uri="{FF2B5EF4-FFF2-40B4-BE49-F238E27FC236}">
                <a16:creationId xmlns:a16="http://schemas.microsoft.com/office/drawing/2014/main" id="{4CDBBFFD-7F74-F6A7-A09D-329B16B7D149}"/>
              </a:ext>
            </a:extLst>
          </p:cNvPr>
          <p:cNvSpPr>
            <a:spLocks/>
          </p:cNvSpPr>
          <p:nvPr>
            <p:custDataLst>
              <p:tags r:id="rId75"/>
            </p:custDataLst>
          </p:nvPr>
        </p:nvSpPr>
        <p:spPr bwMode="gray">
          <a:xfrm>
            <a:off x="9818688" y="5507038"/>
            <a:ext cx="177800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5C16A45-4C86-4355-BBAF-29D50DE307AA}" type="datetime'''''''''''''''''''''''''9''''''''''m'''''''''''''''''">
              <a:rPr kumimoji="0" lang="en-GB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9m</a:t>
            </a:fld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12" name="Text Placeholder 2">
            <a:extLst>
              <a:ext uri="{FF2B5EF4-FFF2-40B4-BE49-F238E27FC236}">
                <a16:creationId xmlns:a16="http://schemas.microsoft.com/office/drawing/2014/main" id="{500C9C2B-3718-1DA9-5E50-FE46FE4833FA}"/>
              </a:ext>
            </a:extLst>
          </p:cNvPr>
          <p:cNvSpPr>
            <a:spLocks/>
          </p:cNvSpPr>
          <p:nvPr>
            <p:custDataLst>
              <p:tags r:id="rId76"/>
            </p:custDataLst>
          </p:nvPr>
        </p:nvSpPr>
        <p:spPr bwMode="gray">
          <a:xfrm>
            <a:off x="9818689" y="5902325"/>
            <a:ext cx="176213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CE38C46-5977-4746-9784-2420BDE66412}" type="datetime'''''''''''''''''''''''''''''''''''''''3''''''''''''m'">
              <a:rPr kumimoji="0" lang="en-GB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3m</a:t>
            </a:fld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13" name="Text Placeholder 2">
            <a:extLst>
              <a:ext uri="{FF2B5EF4-FFF2-40B4-BE49-F238E27FC236}">
                <a16:creationId xmlns:a16="http://schemas.microsoft.com/office/drawing/2014/main" id="{519F51DA-DC23-A194-194D-6DD510FFE4C3}"/>
              </a:ext>
            </a:extLst>
          </p:cNvPr>
          <p:cNvSpPr>
            <a:spLocks/>
          </p:cNvSpPr>
          <p:nvPr>
            <p:custDataLst>
              <p:tags r:id="rId77"/>
            </p:custDataLst>
          </p:nvPr>
        </p:nvSpPr>
        <p:spPr bwMode="auto">
          <a:xfrm>
            <a:off x="9609138" y="6088064"/>
            <a:ext cx="223838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B41E3E6-8F5E-412A-945D-8E501B06A678}" type="datetime'''''''''''''T''''''o''''''''t''''''''''''a''l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Total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14" name="Text Placeholder 2">
            <a:extLst>
              <a:ext uri="{FF2B5EF4-FFF2-40B4-BE49-F238E27FC236}">
                <a16:creationId xmlns:a16="http://schemas.microsoft.com/office/drawing/2014/main" id="{F1D3C200-34C6-0746-BD98-1EA3EE0F981E}"/>
              </a:ext>
            </a:extLst>
          </p:cNvPr>
          <p:cNvSpPr>
            <a:spLocks/>
          </p:cNvSpPr>
          <p:nvPr>
            <p:custDataLst>
              <p:tags r:id="rId78"/>
            </p:custDataLst>
          </p:nvPr>
        </p:nvSpPr>
        <p:spPr bwMode="gray">
          <a:xfrm>
            <a:off x="8080375" y="5530850"/>
            <a:ext cx="200025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D269B3F-1A6A-44E6-986E-6F343AF4576A}" type="datetime'''''''''''''''''''''''''''''''''''''6''''''''m''''''''''''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6m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15" name="Text Placeholder 2">
            <a:extLst>
              <a:ext uri="{FF2B5EF4-FFF2-40B4-BE49-F238E27FC236}">
                <a16:creationId xmlns:a16="http://schemas.microsoft.com/office/drawing/2014/main" id="{6A9CEFB4-F07D-6DA5-A50D-23D3D9E2A76D}"/>
              </a:ext>
            </a:extLst>
          </p:cNvPr>
          <p:cNvSpPr>
            <a:spLocks/>
          </p:cNvSpPr>
          <p:nvPr>
            <p:custDataLst>
              <p:tags r:id="rId79"/>
            </p:custDataLst>
          </p:nvPr>
        </p:nvSpPr>
        <p:spPr bwMode="gray">
          <a:xfrm>
            <a:off x="8389938" y="5313363"/>
            <a:ext cx="19685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FFBEC2A-89A9-487C-88D4-2B6017C31DBD}" type="datetime'3''''''m''''''''''''''''''''''''''''''''''''''''''''''''''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3m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16" name="Text Placeholder 2">
            <a:extLst>
              <a:ext uri="{FF2B5EF4-FFF2-40B4-BE49-F238E27FC236}">
                <a16:creationId xmlns:a16="http://schemas.microsoft.com/office/drawing/2014/main" id="{9659E84B-C1AA-A78C-3786-DC72014F3B63}"/>
              </a:ext>
            </a:extLst>
          </p:cNvPr>
          <p:cNvSpPr>
            <a:spLocks/>
          </p:cNvSpPr>
          <p:nvPr>
            <p:custDataLst>
              <p:tags r:id="rId80"/>
            </p:custDataLst>
          </p:nvPr>
        </p:nvSpPr>
        <p:spPr bwMode="gray">
          <a:xfrm>
            <a:off x="8710613" y="5235575"/>
            <a:ext cx="17145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44F242A-D02E-417C-A270-4D4E086F6544}" type="datetime'''''''''''''''''''''1''''''''''''''''''''''''''m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1m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17" name="Text Placeholder 2">
            <a:extLst>
              <a:ext uri="{FF2B5EF4-FFF2-40B4-BE49-F238E27FC236}">
                <a16:creationId xmlns:a16="http://schemas.microsoft.com/office/drawing/2014/main" id="{C4820BAF-838C-9CE3-EC4F-A34F91803CDD}"/>
              </a:ext>
            </a:extLst>
          </p:cNvPr>
          <p:cNvSpPr>
            <a:spLocks/>
          </p:cNvSpPr>
          <p:nvPr>
            <p:custDataLst>
              <p:tags r:id="rId81"/>
            </p:custDataLst>
          </p:nvPr>
        </p:nvSpPr>
        <p:spPr bwMode="gray">
          <a:xfrm>
            <a:off x="9018588" y="5138738"/>
            <a:ext cx="17145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D83F8E8-9F54-4727-A207-094A468C4D3F}" type="datetime'''''''''''''''1''''''''''''''''''m''''''''''''''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1m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A16E036D-D88C-6D8E-7072-90FDDF6B7630}"/>
              </a:ext>
            </a:extLst>
          </p:cNvPr>
          <p:cNvSpPr>
            <a:spLocks/>
          </p:cNvSpPr>
          <p:nvPr>
            <p:custDataLst>
              <p:tags r:id="rId82"/>
            </p:custDataLst>
          </p:nvPr>
        </p:nvSpPr>
        <p:spPr bwMode="gray">
          <a:xfrm>
            <a:off x="9313863" y="4967288"/>
            <a:ext cx="19685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D3F11FC-5978-459A-A765-3ADE7F339B1A}" type="datetime'3''''''''''''''''''''''''m''''''''''''''''''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3m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19" name="Text Placeholder 2">
            <a:extLst>
              <a:ext uri="{FF2B5EF4-FFF2-40B4-BE49-F238E27FC236}">
                <a16:creationId xmlns:a16="http://schemas.microsoft.com/office/drawing/2014/main" id="{DFADDD61-F0BD-ADC9-7CB5-969C15100CA3}"/>
              </a:ext>
            </a:extLst>
          </p:cNvPr>
          <p:cNvSpPr>
            <a:spLocks/>
          </p:cNvSpPr>
          <p:nvPr>
            <p:custDataLst>
              <p:tags r:id="rId83"/>
            </p:custDataLst>
          </p:nvPr>
        </p:nvSpPr>
        <p:spPr bwMode="gray">
          <a:xfrm>
            <a:off x="9601200" y="4967288"/>
            <a:ext cx="238125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5D6018F-FC61-4691-969F-E89B333A6023}" type="datetime'''''''''''''''''''1''4''m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14m</a:t>
            </a:fld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D0921D98-876D-1429-1FE2-2E52CF4D0CF6}"/>
              </a:ext>
            </a:extLst>
          </p:cNvPr>
          <p:cNvCxnSpPr/>
          <p:nvPr>
            <p:custDataLst>
              <p:tags r:id="rId84"/>
            </p:custDataLst>
          </p:nvPr>
        </p:nvCxnSpPr>
        <p:spPr bwMode="gray">
          <a:xfrm>
            <a:off x="8266113" y="3471863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1" name="Straight Connector 420">
            <a:extLst>
              <a:ext uri="{FF2B5EF4-FFF2-40B4-BE49-F238E27FC236}">
                <a16:creationId xmlns:a16="http://schemas.microsoft.com/office/drawing/2014/main" id="{79C49347-21EA-59C3-0C7E-43C9A97C8719}"/>
              </a:ext>
            </a:extLst>
          </p:cNvPr>
          <p:cNvCxnSpPr/>
          <p:nvPr>
            <p:custDataLst>
              <p:tags r:id="rId85"/>
            </p:custDataLst>
          </p:nvPr>
        </p:nvCxnSpPr>
        <p:spPr bwMode="gray">
          <a:xfrm>
            <a:off x="8574088" y="3262313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2" name="Straight Connector 421">
            <a:extLst>
              <a:ext uri="{FF2B5EF4-FFF2-40B4-BE49-F238E27FC236}">
                <a16:creationId xmlns:a16="http://schemas.microsoft.com/office/drawing/2014/main" id="{F7AF65A5-5725-3BF4-1A1C-EF10C5A415D9}"/>
              </a:ext>
            </a:extLst>
          </p:cNvPr>
          <p:cNvCxnSpPr/>
          <p:nvPr>
            <p:custDataLst>
              <p:tags r:id="rId86"/>
            </p:custDataLst>
          </p:nvPr>
        </p:nvCxnSpPr>
        <p:spPr bwMode="gray">
          <a:xfrm>
            <a:off x="8882063" y="3201988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CBD97123-9D3C-269C-066F-9DB60EB235E2}"/>
              </a:ext>
            </a:extLst>
          </p:cNvPr>
          <p:cNvCxnSpPr/>
          <p:nvPr>
            <p:custDataLst>
              <p:tags r:id="rId87"/>
            </p:custDataLst>
          </p:nvPr>
        </p:nvCxnSpPr>
        <p:spPr bwMode="gray">
          <a:xfrm>
            <a:off x="9190038" y="2992438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4" name="Straight Connector 423">
            <a:extLst>
              <a:ext uri="{FF2B5EF4-FFF2-40B4-BE49-F238E27FC236}">
                <a16:creationId xmlns:a16="http://schemas.microsoft.com/office/drawing/2014/main" id="{FE7FEFD5-E070-49CD-D3B2-E13A6CFFFF35}"/>
              </a:ext>
            </a:extLst>
          </p:cNvPr>
          <p:cNvCxnSpPr/>
          <p:nvPr>
            <p:custDataLst>
              <p:tags r:id="rId88"/>
            </p:custDataLst>
          </p:nvPr>
        </p:nvCxnSpPr>
        <p:spPr bwMode="gray">
          <a:xfrm>
            <a:off x="9498013" y="280987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CA58F1EF-17E1-071F-3D96-D4BDC6B1D70F}"/>
              </a:ext>
            </a:extLst>
          </p:cNvPr>
          <p:cNvGraphicFramePr/>
          <p:nvPr>
            <p:custDataLst>
              <p:tags r:id="rId89"/>
            </p:custDataLst>
          </p:nvPr>
        </p:nvGraphicFramePr>
        <p:xfrm>
          <a:off x="7943850" y="2727325"/>
          <a:ext cx="2012950" cy="1401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2"/>
          </a:graphicData>
        </a:graphic>
      </p:graphicFrame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7C0645B5-9309-C5AE-628D-B4A762159DBE}"/>
              </a:ext>
            </a:extLst>
          </p:cNvPr>
          <p:cNvCxnSpPr>
            <a:cxnSpLocks/>
          </p:cNvCxnSpPr>
          <p:nvPr>
            <p:custDataLst>
              <p:tags r:id="rId90"/>
            </p:custDataLst>
          </p:nvPr>
        </p:nvCxnSpPr>
        <p:spPr bwMode="gray">
          <a:xfrm flipH="1">
            <a:off x="9783763" y="2906713"/>
            <a:ext cx="34925" cy="0"/>
          </a:xfrm>
          <a:prstGeom prst="line">
            <a:avLst/>
          </a:prstGeom>
          <a:ln w="635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BC59F79A-F21E-2F5B-B787-EB279C9A42FA}"/>
              </a:ext>
            </a:extLst>
          </p:cNvPr>
          <p:cNvCxnSpPr>
            <a:cxnSpLocks/>
          </p:cNvCxnSpPr>
          <p:nvPr>
            <p:custDataLst>
              <p:tags r:id="rId91"/>
            </p:custDataLst>
          </p:nvPr>
        </p:nvCxnSpPr>
        <p:spPr bwMode="gray">
          <a:xfrm flipH="1">
            <a:off x="9783763" y="3387725"/>
            <a:ext cx="34925" cy="0"/>
          </a:xfrm>
          <a:prstGeom prst="line">
            <a:avLst/>
          </a:prstGeom>
          <a:ln w="635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E520DE4E-0988-D6AB-F532-F4228E192B83}"/>
              </a:ext>
            </a:extLst>
          </p:cNvPr>
          <p:cNvCxnSpPr>
            <a:cxnSpLocks/>
          </p:cNvCxnSpPr>
          <p:nvPr>
            <p:custDataLst>
              <p:tags r:id="rId92"/>
            </p:custDataLst>
          </p:nvPr>
        </p:nvCxnSpPr>
        <p:spPr bwMode="gray">
          <a:xfrm flipH="1">
            <a:off x="9783763" y="3908425"/>
            <a:ext cx="34925" cy="0"/>
          </a:xfrm>
          <a:prstGeom prst="line">
            <a:avLst/>
          </a:prstGeom>
          <a:ln w="635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9" name="Text Placeholder 2">
            <a:extLst>
              <a:ext uri="{FF2B5EF4-FFF2-40B4-BE49-F238E27FC236}">
                <a16:creationId xmlns:a16="http://schemas.microsoft.com/office/drawing/2014/main" id="{EB50078C-25BE-8D45-359A-C58D35234850}"/>
              </a:ext>
            </a:extLst>
          </p:cNvPr>
          <p:cNvSpPr>
            <a:spLocks/>
          </p:cNvSpPr>
          <p:nvPr>
            <p:custDataLst>
              <p:tags r:id="rId93"/>
            </p:custDataLst>
          </p:nvPr>
        </p:nvSpPr>
        <p:spPr bwMode="auto">
          <a:xfrm>
            <a:off x="8032750" y="4076700"/>
            <a:ext cx="2968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111294D-428E-46D0-87FB-95C86FF9328D}" type="datetime'''''R''''etai''''''''l'''' ''''''''As''s''''''''''''et''''s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Retail Assets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0" name="Text Placeholder 2">
            <a:extLst>
              <a:ext uri="{FF2B5EF4-FFF2-40B4-BE49-F238E27FC236}">
                <a16:creationId xmlns:a16="http://schemas.microsoft.com/office/drawing/2014/main" id="{4BEA2866-D101-1AE3-B4D0-572085E3C34B}"/>
              </a:ext>
            </a:extLst>
          </p:cNvPr>
          <p:cNvSpPr>
            <a:spLocks/>
          </p:cNvSpPr>
          <p:nvPr>
            <p:custDataLst>
              <p:tags r:id="rId94"/>
            </p:custDataLst>
          </p:nvPr>
        </p:nvSpPr>
        <p:spPr bwMode="auto">
          <a:xfrm>
            <a:off x="8350250" y="4076700"/>
            <a:ext cx="2778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1FC19B6-0168-4398-BD2B-FF1877C4454D}" type="datetime'M''''''''''''a''''rk''''e''&#10;t''''''''''''''''''''''i''ng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Marke
ting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1" name="Text Placeholder 2">
            <a:extLst>
              <a:ext uri="{FF2B5EF4-FFF2-40B4-BE49-F238E27FC236}">
                <a16:creationId xmlns:a16="http://schemas.microsoft.com/office/drawing/2014/main" id="{FC6F27D7-6199-BCC5-4BEA-7FCDB2B97AD0}"/>
              </a:ext>
            </a:extLst>
          </p:cNvPr>
          <p:cNvSpPr>
            <a:spLocks/>
          </p:cNvSpPr>
          <p:nvPr>
            <p:custDataLst>
              <p:tags r:id="rId95"/>
            </p:custDataLst>
          </p:nvPr>
        </p:nvSpPr>
        <p:spPr bwMode="auto">
          <a:xfrm>
            <a:off x="8659813" y="4076700"/>
            <a:ext cx="2746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C813544-0651-4234-9FE3-1B913E3471E0}" type="datetime'''''Lo''''''''g''. &amp;'''''''''''' F''ue''''l''''''''''''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Log. &amp; Fuel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2" name="Text Placeholder 2">
            <a:extLst>
              <a:ext uri="{FF2B5EF4-FFF2-40B4-BE49-F238E27FC236}">
                <a16:creationId xmlns:a16="http://schemas.microsoft.com/office/drawing/2014/main" id="{0BC29B62-5BC3-62B4-20C6-94DF9188619F}"/>
              </a:ext>
            </a:extLst>
          </p:cNvPr>
          <p:cNvSpPr>
            <a:spLocks/>
          </p:cNvSpPr>
          <p:nvPr>
            <p:custDataLst>
              <p:tags r:id="rId96"/>
            </p:custDataLst>
          </p:nvPr>
        </p:nvSpPr>
        <p:spPr bwMode="auto">
          <a:xfrm>
            <a:off x="8974138" y="4076700"/>
            <a:ext cx="2603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5F1D4E1-7E4E-4027-BA55-5783BAAC5B4D}" type="datetime'''C''o''''''nv. Re''t''''''''a''''''''''''''''i''''''''l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Conv. Retail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3" name="Text Placeholder 2">
            <a:extLst>
              <a:ext uri="{FF2B5EF4-FFF2-40B4-BE49-F238E27FC236}">
                <a16:creationId xmlns:a16="http://schemas.microsoft.com/office/drawing/2014/main" id="{CB371E48-0633-C9A5-C928-B4137C8750F9}"/>
              </a:ext>
            </a:extLst>
          </p:cNvPr>
          <p:cNvSpPr>
            <a:spLocks/>
          </p:cNvSpPr>
          <p:nvPr>
            <p:custDataLst>
              <p:tags r:id="rId97"/>
            </p:custDataLst>
          </p:nvPr>
        </p:nvSpPr>
        <p:spPr bwMode="auto">
          <a:xfrm>
            <a:off x="9258301" y="4076701"/>
            <a:ext cx="307975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5226B37-4D9B-4A59-8682-07739D44D4C3}" type="datetime'''''''''''''''''''''''''Ot''''''''''h''''''''''''''''''''ers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Others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4" name="Text Placeholder 2">
            <a:extLst>
              <a:ext uri="{FF2B5EF4-FFF2-40B4-BE49-F238E27FC236}">
                <a16:creationId xmlns:a16="http://schemas.microsoft.com/office/drawing/2014/main" id="{4A63EE05-9FDF-91E8-BEB7-ECE6443C1681}"/>
              </a:ext>
            </a:extLst>
          </p:cNvPr>
          <p:cNvSpPr>
            <a:spLocks/>
          </p:cNvSpPr>
          <p:nvPr>
            <p:custDataLst>
              <p:tags r:id="rId98"/>
            </p:custDataLst>
          </p:nvPr>
        </p:nvSpPr>
        <p:spPr bwMode="gray">
          <a:xfrm>
            <a:off x="9818688" y="2854325"/>
            <a:ext cx="173038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18E888B-C614-474C-8133-2A8D41D3EB5D}" type="datetime'''''''''''''''''4''''''''''''''''''''''''''''''''''''''''m'">
              <a:rPr kumimoji="0" lang="en-GB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4m</a:t>
            </a:fld>
            <a:endParaRPr kumimoji="0" lang="en-DE" altLang="en-US" sz="7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5" name="Text Placeholder 2">
            <a:extLst>
              <a:ext uri="{FF2B5EF4-FFF2-40B4-BE49-F238E27FC236}">
                <a16:creationId xmlns:a16="http://schemas.microsoft.com/office/drawing/2014/main" id="{90AB5F68-9FB6-1E3C-955A-5A45ECDFF4EF}"/>
              </a:ext>
            </a:extLst>
          </p:cNvPr>
          <p:cNvSpPr>
            <a:spLocks/>
          </p:cNvSpPr>
          <p:nvPr>
            <p:custDataLst>
              <p:tags r:id="rId99"/>
            </p:custDataLst>
          </p:nvPr>
        </p:nvSpPr>
        <p:spPr bwMode="gray">
          <a:xfrm>
            <a:off x="9818688" y="3335338"/>
            <a:ext cx="209550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762BC19-F7B8-4CAC-91AC-A46556530D9F}" type="datetime'''''1''''''5''''''''''''''''''''''''''m'''''''''''''">
              <a:rPr kumimoji="0" lang="en-GB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8EDF00">
                    <a:lumMod val="75000"/>
                  </a:srgbClr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15m</a:t>
            </a:fld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srgbClr val="8EDF00">
                  <a:lumMod val="75000"/>
                </a:srgbClr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6" name="Text Placeholder 2">
            <a:extLst>
              <a:ext uri="{FF2B5EF4-FFF2-40B4-BE49-F238E27FC236}">
                <a16:creationId xmlns:a16="http://schemas.microsoft.com/office/drawing/2014/main" id="{1E8DBC38-4642-F331-E1F2-251D254366B9}"/>
              </a:ext>
            </a:extLst>
          </p:cNvPr>
          <p:cNvSpPr>
            <a:spLocks/>
          </p:cNvSpPr>
          <p:nvPr>
            <p:custDataLst>
              <p:tags r:id="rId100"/>
            </p:custDataLst>
          </p:nvPr>
        </p:nvSpPr>
        <p:spPr bwMode="gray">
          <a:xfrm>
            <a:off x="9818689" y="3856038"/>
            <a:ext cx="176213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696B773-1F91-4F45-A050-4D738429958B}" type="datetime'''''''5''''''''m'''''''''''''''''''''''''''''''''''''''''''">
              <a:rPr kumimoji="0" lang="en-GB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5m</a:t>
            </a:fld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7" name="Text Placeholder 2">
            <a:extLst>
              <a:ext uri="{FF2B5EF4-FFF2-40B4-BE49-F238E27FC236}">
                <a16:creationId xmlns:a16="http://schemas.microsoft.com/office/drawing/2014/main" id="{49F6EC80-ADB7-1E43-31EF-BBF03C64108F}"/>
              </a:ext>
            </a:extLst>
          </p:cNvPr>
          <p:cNvSpPr>
            <a:spLocks/>
          </p:cNvSpPr>
          <p:nvPr>
            <p:custDataLst>
              <p:tags r:id="rId101"/>
            </p:custDataLst>
          </p:nvPr>
        </p:nvSpPr>
        <p:spPr bwMode="auto">
          <a:xfrm>
            <a:off x="9609138" y="4076701"/>
            <a:ext cx="223838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F1C0D21-7E76-4A2F-BA87-B85AA80F8CFE}" type="datetime'To''''''''t''''''''''''''''''''''''''''''a''''l''''''''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Total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8" name="Text Placeholder 2">
            <a:extLst>
              <a:ext uri="{FF2B5EF4-FFF2-40B4-BE49-F238E27FC236}">
                <a16:creationId xmlns:a16="http://schemas.microsoft.com/office/drawing/2014/main" id="{A3CB88A8-5747-47E2-3E69-87495600313D}"/>
              </a:ext>
            </a:extLst>
          </p:cNvPr>
          <p:cNvSpPr>
            <a:spLocks/>
          </p:cNvSpPr>
          <p:nvPr>
            <p:custDataLst>
              <p:tags r:id="rId102"/>
            </p:custDataLst>
          </p:nvPr>
        </p:nvSpPr>
        <p:spPr bwMode="gray">
          <a:xfrm>
            <a:off x="8077200" y="3324225"/>
            <a:ext cx="206375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9CE62B9-03FF-4E1A-BC48-AE36754E1FF3}" type="datetime'''1''1''''''''''''''''''m''''''''''''''''''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11m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9" name="Text Placeholder 2">
            <a:extLst>
              <a:ext uri="{FF2B5EF4-FFF2-40B4-BE49-F238E27FC236}">
                <a16:creationId xmlns:a16="http://schemas.microsoft.com/office/drawing/2014/main" id="{775AD7F9-8FF6-B0EB-F1AE-2BF09251A0E9}"/>
              </a:ext>
            </a:extLst>
          </p:cNvPr>
          <p:cNvSpPr>
            <a:spLocks/>
          </p:cNvSpPr>
          <p:nvPr>
            <p:custDataLst>
              <p:tags r:id="rId103"/>
            </p:custDataLst>
          </p:nvPr>
        </p:nvSpPr>
        <p:spPr bwMode="gray">
          <a:xfrm>
            <a:off x="8391525" y="3114675"/>
            <a:ext cx="193675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E88CA63-F907-4494-8C26-B9466B624134}" type="datetime'''''''4''''''''''''m''''''''''''''''''''''''''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4m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40" name="Text Placeholder 2">
            <a:extLst>
              <a:ext uri="{FF2B5EF4-FFF2-40B4-BE49-F238E27FC236}">
                <a16:creationId xmlns:a16="http://schemas.microsoft.com/office/drawing/2014/main" id="{15998498-F129-9460-7D8D-76FE932D0CF7}"/>
              </a:ext>
            </a:extLst>
          </p:cNvPr>
          <p:cNvSpPr>
            <a:spLocks/>
          </p:cNvSpPr>
          <p:nvPr>
            <p:custDataLst>
              <p:tags r:id="rId104"/>
            </p:custDataLst>
          </p:nvPr>
        </p:nvSpPr>
        <p:spPr bwMode="gray">
          <a:xfrm>
            <a:off x="8710613" y="3054350"/>
            <a:ext cx="17145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7C3335E-4689-4D7C-8D2C-B5A9F100481B}" type="datetime'''''''''''''1''''''''''m''''''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1m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41" name="Text Placeholder 2">
            <a:extLst>
              <a:ext uri="{FF2B5EF4-FFF2-40B4-BE49-F238E27FC236}">
                <a16:creationId xmlns:a16="http://schemas.microsoft.com/office/drawing/2014/main" id="{BD71C770-3171-DE5C-736A-A1EE7956890D}"/>
              </a:ext>
            </a:extLst>
          </p:cNvPr>
          <p:cNvSpPr>
            <a:spLocks/>
          </p:cNvSpPr>
          <p:nvPr>
            <p:custDataLst>
              <p:tags r:id="rId105"/>
            </p:custDataLst>
          </p:nvPr>
        </p:nvSpPr>
        <p:spPr bwMode="gray">
          <a:xfrm>
            <a:off x="9007475" y="2844800"/>
            <a:ext cx="193675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EF1B01A-C044-4169-A2E2-ECAC8EBD0BAE}" type="datetime'''''''''''''''''''''''''''''4''''''''''m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4m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42" name="Text Placeholder 2">
            <a:extLst>
              <a:ext uri="{FF2B5EF4-FFF2-40B4-BE49-F238E27FC236}">
                <a16:creationId xmlns:a16="http://schemas.microsoft.com/office/drawing/2014/main" id="{F64B87F2-DE7D-D71B-A6E2-C6009ADFB77F}"/>
              </a:ext>
            </a:extLst>
          </p:cNvPr>
          <p:cNvSpPr>
            <a:spLocks/>
          </p:cNvSpPr>
          <p:nvPr>
            <p:custDataLst>
              <p:tags r:id="rId106"/>
            </p:custDataLst>
          </p:nvPr>
        </p:nvSpPr>
        <p:spPr bwMode="gray">
          <a:xfrm>
            <a:off x="9315450" y="2662238"/>
            <a:ext cx="193675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A91D3D7-E958-46F4-865D-43DA43BF3FF1}" type="datetime'''''''''''4''''''''''''''''''''''''''''''''''''m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4m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43" name="Text Placeholder 2">
            <a:extLst>
              <a:ext uri="{FF2B5EF4-FFF2-40B4-BE49-F238E27FC236}">
                <a16:creationId xmlns:a16="http://schemas.microsoft.com/office/drawing/2014/main" id="{06666A91-8E92-E6EB-8BE0-5053F293C1FC}"/>
              </a:ext>
            </a:extLst>
          </p:cNvPr>
          <p:cNvSpPr>
            <a:spLocks/>
          </p:cNvSpPr>
          <p:nvPr>
            <p:custDataLst>
              <p:tags r:id="rId107"/>
            </p:custDataLst>
          </p:nvPr>
        </p:nvSpPr>
        <p:spPr bwMode="gray">
          <a:xfrm>
            <a:off x="9588500" y="2662238"/>
            <a:ext cx="265113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039C40E-BE01-4950-BB54-786995F9A86E}" type="datetime'''''''''''''''''''''''''''''''2''5''''''''''''m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25m</a:t>
            </a:fld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02" name="Speech Bubble: Rectangle with Corners Rounded 501">
            <a:extLst>
              <a:ext uri="{FF2B5EF4-FFF2-40B4-BE49-F238E27FC236}">
                <a16:creationId xmlns:a16="http://schemas.microsoft.com/office/drawing/2014/main" id="{484E848D-8072-EB04-53D9-1539216DE3BA}"/>
              </a:ext>
            </a:extLst>
          </p:cNvPr>
          <p:cNvSpPr/>
          <p:nvPr/>
        </p:nvSpPr>
        <p:spPr>
          <a:xfrm>
            <a:off x="9561776" y="2485775"/>
            <a:ext cx="684213" cy="144000"/>
          </a:xfrm>
          <a:prstGeom prst="wedgeRoundRectCallout">
            <a:avLst>
              <a:gd name="adj1" fmla="val 7748"/>
              <a:gd name="adj2" fmla="val 104500"/>
              <a:gd name="adj3" fmla="val 16667"/>
            </a:avLst>
          </a:prstGeom>
          <a:solidFill>
            <a:srgbClr val="004F00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12% of</a:t>
            </a:r>
            <a:r>
              <a:rPr kumimoji="0" lang="en-DE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</a:t>
            </a: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32m</a:t>
            </a: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EDE0E01D-6C0B-09A7-DCCD-6564AE70774A}"/>
              </a:ext>
            </a:extLst>
          </p:cNvPr>
          <p:cNvSpPr/>
          <p:nvPr/>
        </p:nvSpPr>
        <p:spPr>
          <a:xfrm>
            <a:off x="508157" y="2851632"/>
            <a:ext cx="1116000" cy="316800"/>
          </a:xfrm>
          <a:prstGeom prst="wedgeRoundRectCallout">
            <a:avLst>
              <a:gd name="adj1" fmla="val 25062"/>
              <a:gd name="adj2" fmla="val 62990"/>
              <a:gd name="adj3" fmla="val 16667"/>
            </a:avLst>
          </a:prstGeom>
          <a:solidFill>
            <a:srgbClr val="D6A300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Pipeline</a:t>
            </a:r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Apr </a:t>
            </a:r>
            <a:r>
              <a:rPr kumimoji="0" lang="en-DE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Total</a:t>
            </a:r>
            <a:r>
              <a:rPr kumimoji="0" lang="en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: </a:t>
            </a:r>
            <a:r>
              <a:rPr kumimoji="0" lang="de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104</a:t>
            </a:r>
            <a: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 (# 74)</a:t>
            </a:r>
            <a:b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</a:br>
            <a:r>
              <a:rPr kumimoji="0" lang="en-GB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Mar Total: 110m (# 1113)</a:t>
            </a:r>
            <a:endParaRPr kumimoji="0" lang="en-GB" sz="7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6940DF4B-DA8B-9820-5EAD-6E03FFA21461}"/>
              </a:ext>
            </a:extLst>
          </p:cNvPr>
          <p:cNvSpPr/>
          <p:nvPr/>
        </p:nvSpPr>
        <p:spPr>
          <a:xfrm>
            <a:off x="5795975" y="2506935"/>
            <a:ext cx="1116000" cy="316800"/>
          </a:xfrm>
          <a:prstGeom prst="wedgeRoundRectCallout">
            <a:avLst>
              <a:gd name="adj1" fmla="val 16603"/>
              <a:gd name="adj2" fmla="val 67468"/>
              <a:gd name="adj3" fmla="val 16667"/>
            </a:avLst>
          </a:prstGeom>
          <a:solidFill>
            <a:srgbClr val="004F00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Completed</a:t>
            </a:r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Apr Total</a:t>
            </a:r>
            <a:r>
              <a:rPr kumimoji="0" lang="en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: </a:t>
            </a:r>
            <a:r>
              <a:rPr kumimoji="0" lang="de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32</a:t>
            </a:r>
            <a: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 (# 27)</a:t>
            </a:r>
            <a:b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</a:br>
            <a:r>
              <a:rPr kumimoji="0" lang="en-GB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Mar Total: 31m (# 19)</a:t>
            </a:r>
            <a:endParaRPr kumimoji="0" lang="en-GB" sz="700" b="0" i="1" u="none" strike="noStrike" kern="1200" cap="none" spc="-1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66D28ACE-88D2-1194-F221-048E0B73276E}"/>
              </a:ext>
            </a:extLst>
          </p:cNvPr>
          <p:cNvGraphicFramePr/>
          <p:nvPr>
            <p:custDataLst>
              <p:tags r:id="rId108"/>
            </p:custDataLst>
          </p:nvPr>
        </p:nvGraphicFramePr>
        <p:xfrm>
          <a:off x="3546475" y="5299075"/>
          <a:ext cx="1044575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3"/>
          </a:graphicData>
        </a:graphic>
      </p:graphicFrame>
      <p:sp>
        <p:nvSpPr>
          <p:cNvPr id="505" name="Text Placeholder 2">
            <a:extLst>
              <a:ext uri="{FF2B5EF4-FFF2-40B4-BE49-F238E27FC236}">
                <a16:creationId xmlns:a16="http://schemas.microsoft.com/office/drawing/2014/main" id="{1C528810-C403-9DF9-29BC-C989005CB501}"/>
              </a:ext>
            </a:extLst>
          </p:cNvPr>
          <p:cNvSpPr>
            <a:spLocks/>
          </p:cNvSpPr>
          <p:nvPr>
            <p:custDataLst>
              <p:tags r:id="rId109"/>
            </p:custDataLst>
          </p:nvPr>
        </p:nvSpPr>
        <p:spPr bwMode="auto">
          <a:xfrm>
            <a:off x="3875088" y="5106988"/>
            <a:ext cx="1936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77F1CD0-CEBD-4368-8277-15EDE351C1AA}" type="datetime''''''' ''''1''''m'''''''''''''''''''''''''''''''''''''' 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4</a:t>
            </a:r>
          </a:p>
        </p:txBody>
      </p:sp>
      <p:sp>
        <p:nvSpPr>
          <p:cNvPr id="506" name="Text Placeholder 2">
            <a:extLst>
              <a:ext uri="{FF2B5EF4-FFF2-40B4-BE49-F238E27FC236}">
                <a16:creationId xmlns:a16="http://schemas.microsoft.com/office/drawing/2014/main" id="{58ED5BF4-D0F7-E35C-37BC-41FB4C13AD6C}"/>
              </a:ext>
            </a:extLst>
          </p:cNvPr>
          <p:cNvSpPr>
            <a:spLocks/>
          </p:cNvSpPr>
          <p:nvPr>
            <p:custDataLst>
              <p:tags r:id="rId110"/>
            </p:custDataLst>
          </p:nvPr>
        </p:nvSpPr>
        <p:spPr bwMode="auto">
          <a:xfrm>
            <a:off x="4119562" y="5106988"/>
            <a:ext cx="3000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en-US" sz="800" b="1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&lt;0.1m</a:t>
            </a:r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1</a:t>
            </a:r>
          </a:p>
        </p:txBody>
      </p:sp>
      <p:sp>
        <p:nvSpPr>
          <p:cNvPr id="507" name="Text Placeholder 2">
            <a:extLst>
              <a:ext uri="{FF2B5EF4-FFF2-40B4-BE49-F238E27FC236}">
                <a16:creationId xmlns:a16="http://schemas.microsoft.com/office/drawing/2014/main" id="{E1E1AEDF-FD3C-6BCD-E57B-52DB04362231}"/>
              </a:ext>
            </a:extLst>
          </p:cNvPr>
          <p:cNvSpPr>
            <a:spLocks/>
          </p:cNvSpPr>
          <p:nvPr>
            <p:custDataLst>
              <p:tags r:id="rId111"/>
            </p:custDataLst>
          </p:nvPr>
        </p:nvSpPr>
        <p:spPr bwMode="auto">
          <a:xfrm>
            <a:off x="3373438" y="5705475"/>
            <a:ext cx="2778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5393157-4A9A-41F0-AD68-9A8ED94170FE}" type="datetime''''''''''''' ''''''2''''4m'''''''' ''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24m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1</a:t>
            </a:r>
          </a:p>
        </p:txBody>
      </p: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F2600034-6DD7-316D-9D96-DE9B42108A1D}"/>
              </a:ext>
            </a:extLst>
          </p:cNvPr>
          <p:cNvSpPr/>
          <p:nvPr/>
        </p:nvSpPr>
        <p:spPr>
          <a:xfrm>
            <a:off x="2443975" y="2695005"/>
            <a:ext cx="1116000" cy="316800"/>
          </a:xfrm>
          <a:prstGeom prst="wedgeRoundRectCallout">
            <a:avLst>
              <a:gd name="adj1" fmla="val 23655"/>
              <a:gd name="adj2" fmla="val 68246"/>
              <a:gd name="adj3" fmla="val 16667"/>
            </a:avLst>
          </a:prstGeom>
          <a:solidFill>
            <a:schemeClr val="accent2">
              <a:lumMod val="75000"/>
            </a:schemeClr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In-flight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Apr </a:t>
            </a:r>
            <a:r>
              <a:rPr kumimoji="0" lang="en-DE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Total</a:t>
            </a:r>
            <a:r>
              <a:rPr kumimoji="0" lang="en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: </a:t>
            </a:r>
            <a:r>
              <a:rPr kumimoji="0" lang="de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182</a:t>
            </a:r>
            <a: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 </a:t>
            </a:r>
            <a:r>
              <a:rPr kumimoji="0" lang="en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(</a:t>
            </a:r>
            <a: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162</a:t>
            </a:r>
            <a:r>
              <a:rPr kumimoji="0" lang="en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)</a:t>
            </a:r>
            <a:b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</a:br>
            <a:r>
              <a:rPr kumimoji="0" lang="en-GB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Mar Total: 178m (# 136)</a:t>
            </a:r>
            <a:endParaRPr kumimoji="0" lang="en-GB" sz="700" b="0" i="1" u="none" strike="noStrike" kern="1200" cap="none" spc="-1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1111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1A35E-F804-2B84-0361-FF35098D5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F19CED92-18D8-2054-29B7-2D98B221594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7" imgW="512" imgH="511" progId="TCLayout.ActiveDocument.1">
                  <p:embed/>
                </p:oleObj>
              </mc:Choice>
              <mc:Fallback>
                <p:oleObj name="think-cell Slide" r:id="rId117" imgW="512" imgH="51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9CED92-18D8-2054-29B7-2D98B22159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6674CBD4-2971-1BE3-5AC9-5BF5675C0002}"/>
              </a:ext>
            </a:extLst>
          </p:cNvPr>
          <p:cNvSpPr txBox="1">
            <a:spLocks/>
          </p:cNvSpPr>
          <p:nvPr/>
        </p:nvSpPr>
        <p:spPr>
          <a:xfrm>
            <a:off x="7953142" y="1800225"/>
            <a:ext cx="2160000" cy="4716000"/>
          </a:xfrm>
          <a:prstGeom prst="roundRect">
            <a:avLst>
              <a:gd name="adj" fmla="val 2289"/>
            </a:avLst>
          </a:prstGeom>
          <a:solidFill>
            <a:srgbClr val="E1E3D6"/>
          </a:solidFill>
        </p:spPr>
        <p:txBody>
          <a:bodyPr vert="horz" lIns="0" tIns="180000" rIns="0" bIns="180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DE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Est.</a:t>
            </a: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 </a:t>
            </a:r>
            <a:r>
              <a:rPr kumimoji="0" lang="en-DE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Savings Potential</a:t>
            </a:r>
            <a:r>
              <a:rPr kumimoji="0" lang="en-DE" sz="1000" b="1" i="0" u="none" strike="noStrike" kern="1200" cap="none" spc="0" normalizeH="0" baseline="3000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1 </a:t>
            </a:r>
            <a:r>
              <a:rPr kumimoji="0" lang="en-DE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(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USD</a:t>
            </a:r>
            <a:r>
              <a:rPr kumimoji="0" lang="en-DE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)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" panose="020B0504010101010104" pitchFamily="34" charset="77"/>
              <a:ea typeface="bp Sans" panose="020B0504010101010104" pitchFamily="34" charset="77"/>
              <a:cs typeface="bp Sans" panose="020B0504010101010104" pitchFamily="34" charset="77"/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4EE5811F-F753-369B-F965-37138CF24E7F}"/>
              </a:ext>
            </a:extLst>
          </p:cNvPr>
          <p:cNvSpPr/>
          <p:nvPr/>
        </p:nvSpPr>
        <p:spPr>
          <a:xfrm>
            <a:off x="8007142" y="4789488"/>
            <a:ext cx="2052000" cy="1584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E4324445-DCBA-7E14-C62F-2797D0E3BDEE}"/>
              </a:ext>
            </a:extLst>
          </p:cNvPr>
          <p:cNvSpPr/>
          <p:nvPr/>
        </p:nvSpPr>
        <p:spPr>
          <a:xfrm>
            <a:off x="8007142" y="2611438"/>
            <a:ext cx="2052000" cy="172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39" name="Content Placeholder 5">
            <a:extLst>
              <a:ext uri="{FF2B5EF4-FFF2-40B4-BE49-F238E27FC236}">
                <a16:creationId xmlns:a16="http://schemas.microsoft.com/office/drawing/2014/main" id="{495F3F3E-AEAC-F04C-7607-25EBC845CFCB}"/>
              </a:ext>
            </a:extLst>
          </p:cNvPr>
          <p:cNvSpPr txBox="1">
            <a:spLocks/>
          </p:cNvSpPr>
          <p:nvPr/>
        </p:nvSpPr>
        <p:spPr>
          <a:xfrm>
            <a:off x="341313" y="1800225"/>
            <a:ext cx="7452000" cy="4716000"/>
          </a:xfrm>
          <a:prstGeom prst="roundRect">
            <a:avLst>
              <a:gd name="adj" fmla="val 1439"/>
            </a:avLst>
          </a:prstGeom>
          <a:solidFill>
            <a:srgbClr val="E1E3D6"/>
          </a:solidFill>
        </p:spPr>
        <p:txBody>
          <a:bodyPr vert="horz" lIns="0" tIns="180000" rIns="0" bIns="180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DE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Progress Tracker </a:t>
            </a:r>
            <a:r>
              <a:rPr kumimoji="0" lang="en-DE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(USD &amp; # Contracts)</a:t>
            </a:r>
          </a:p>
        </p:txBody>
      </p:sp>
      <p:sp>
        <p:nvSpPr>
          <p:cNvPr id="27" name="Content Placeholder 5">
            <a:extLst>
              <a:ext uri="{FF2B5EF4-FFF2-40B4-BE49-F238E27FC236}">
                <a16:creationId xmlns:a16="http://schemas.microsoft.com/office/drawing/2014/main" id="{693DC6D0-8306-3D6B-9774-57687D676581}"/>
              </a:ext>
            </a:extLst>
          </p:cNvPr>
          <p:cNvSpPr txBox="1">
            <a:spLocks/>
          </p:cNvSpPr>
          <p:nvPr/>
        </p:nvSpPr>
        <p:spPr>
          <a:xfrm>
            <a:off x="10233863" y="1800224"/>
            <a:ext cx="1620000" cy="4716000"/>
          </a:xfrm>
          <a:prstGeom prst="roundRect">
            <a:avLst>
              <a:gd name="adj" fmla="val 5545"/>
            </a:avLst>
          </a:prstGeom>
          <a:solidFill>
            <a:srgbClr val="E1E3D6"/>
          </a:solidFill>
        </p:spPr>
        <p:txBody>
          <a:bodyPr vert="horz" lIns="0" tIns="180000" rIns="0" bIns="180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DE" sz="1000" b="1" i="0" u="none" strike="noStrike" kern="1200" cap="none" spc="0" normalizeH="0" baseline="0" noProof="0" dirty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Support Needed</a:t>
            </a:r>
            <a:endParaRPr kumimoji="0" lang="en-DE" sz="1000" b="1" i="0" u="none" strike="noStrike" kern="1200" cap="none" spc="0" normalizeH="0" baseline="0" noProof="0" dirty="0">
              <a:ln>
                <a:noFill/>
              </a:ln>
              <a:solidFill>
                <a:srgbClr val="007F00"/>
              </a:solidFill>
              <a:effectLst/>
              <a:uLnTx/>
              <a:uFillTx/>
              <a:latin typeface="bp Sans" panose="020B0504010101010104" pitchFamily="34" charset="77"/>
              <a:ea typeface="bp Sans" panose="020B0504010101010104" pitchFamily="34" charset="77"/>
              <a:cs typeface="bp Sans" panose="020B0504010101010104" pitchFamily="34" charset="77"/>
            </a:endParaRP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Cherry </a:t>
            </a:r>
            <a:r>
              <a:rPr kumimoji="0" lang="en-DE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Port</a:t>
            </a: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 Logistics: </a:t>
            </a: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Additional support is required to accelerate the initiative delivery timeline. Each additional year reduces savings by c</a:t>
            </a:r>
            <a:r>
              <a:rPr kumimoji="0" lang="en-DE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. </a:t>
            </a: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$</a:t>
            </a:r>
            <a:r>
              <a:rPr kumimoji="0" lang="en-DE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 </a:t>
            </a: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19m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TA Bulk Road:</a:t>
            </a: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 Need ongoing/additional support from the TA business to deliver savings</a:t>
            </a:r>
            <a:endParaRPr kumimoji="0" lang="en-DE" sz="1000" b="1" i="0" u="none" strike="noStrike" kern="1200" cap="none" spc="0" normalizeH="0" baseline="0" noProof="0" dirty="0">
              <a:ln>
                <a:noFill/>
              </a:ln>
              <a:solidFill>
                <a:srgbClr val="007F00"/>
              </a:solidFill>
              <a:effectLst/>
              <a:uLnTx/>
              <a:uFillTx/>
              <a:latin typeface="bp Sans" panose="020B0504010101010104" pitchFamily="34" charset="77"/>
              <a:ea typeface="bp Sans" panose="020B0504010101010104" pitchFamily="34" charset="77"/>
              <a:cs typeface="bp Sans" panose="020B0504010101010104" pitchFamily="34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 panose="020B0504010101010104" pitchFamily="34" charset="77"/>
              <a:ea typeface="bp Sans TT Medium" panose="020B0604020202020204" charset="0"/>
              <a:cs typeface="bp Sans TT Medium" panose="020B060402020202020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69AF364-A42A-4513-1BAA-79944A2ED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DE"/>
              <a:t>2026 Contract Hopper | </a:t>
            </a:r>
            <a:r>
              <a:rPr lang="en-GB"/>
              <a:t>M&amp;C A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EF9C0B1-306D-C239-96C3-0051B728C3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349 Go-to-Market contracts ($ 235m) in 2026, of which 48 contracts ($ 109m) are in-flight or </a:t>
            </a:r>
            <a:br>
              <a:rPr lang="en-GB"/>
            </a:br>
            <a:r>
              <a:rPr lang="en-GB"/>
              <a:t>have been completed. The spend in value delivery is $ 3m with an average savings of 17%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45C310-9708-9FE7-1640-16DA12D83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6EAE7-A19E-4D31-8DA8-3768B267B6B2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E0AA1-0F41-B57C-A014-086204FC67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180000" indent="-180000">
              <a:buAutoNum type="arabicParenR"/>
            </a:pPr>
            <a:r>
              <a:rPr lang="en-GB"/>
              <a:t>Saving based on </a:t>
            </a:r>
            <a:r>
              <a:rPr lang="en-DE"/>
              <a:t>Compass;</a:t>
            </a:r>
            <a:r>
              <a:rPr lang="en-GB"/>
              <a:t> otherwise</a:t>
            </a:r>
            <a:r>
              <a:rPr lang="en-DE"/>
              <a:t>,</a:t>
            </a:r>
            <a:r>
              <a:rPr lang="en-GB"/>
              <a:t> 5% </a:t>
            </a:r>
            <a:r>
              <a:rPr lang="en-DE"/>
              <a:t>savings on </a:t>
            </a:r>
            <a:r>
              <a:rPr lang="en-GB"/>
              <a:t>contract spend value</a:t>
            </a:r>
            <a:r>
              <a:rPr lang="en-DE"/>
              <a:t> assumed</a:t>
            </a:r>
          </a:p>
          <a:p>
            <a:pPr marL="180000"/>
            <a:r>
              <a:rPr lang="en-DE"/>
              <a:t>Colour Key: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5B832-4FC8-B3C6-FA28-9C2EF410A18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bp</a:t>
            </a: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| May 20</a:t>
            </a:r>
            <a:r>
              <a:rPr kumimoji="0" lang="en-DE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26</a:t>
            </a: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|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D07FD1-F125-E07E-1E85-D6484B83C5CE}"/>
              </a:ext>
            </a:extLst>
          </p:cNvPr>
          <p:cNvSpPr/>
          <p:nvPr/>
        </p:nvSpPr>
        <p:spPr>
          <a:xfrm>
            <a:off x="0" y="-3173"/>
            <a:ext cx="12192000" cy="288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2026 Contract Hopper – April 2026 Version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D074D5-DA04-5723-AF2B-C10C92A94029}"/>
              </a:ext>
            </a:extLst>
          </p:cNvPr>
          <p:cNvSpPr/>
          <p:nvPr/>
        </p:nvSpPr>
        <p:spPr>
          <a:xfrm>
            <a:off x="341313" y="2220027"/>
            <a:ext cx="7452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Stage</a:t>
            </a: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</a:t>
            </a: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Overview</a:t>
            </a: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B18E42-8F38-F7F3-6309-634F88480A0F}"/>
              </a:ext>
            </a:extLst>
          </p:cNvPr>
          <p:cNvSpPr/>
          <p:nvPr/>
        </p:nvSpPr>
        <p:spPr>
          <a:xfrm>
            <a:off x="341313" y="4410603"/>
            <a:ext cx="7452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Split by </a:t>
            </a: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Category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ADD0AEC-2372-26E3-50ED-8FB1800A2EA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953142" y="2220027"/>
            <a:ext cx="2160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Ann. Impact</a:t>
            </a: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by Category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324EA7C-798A-B56F-939B-4BC5BF633C74}"/>
              </a:ext>
            </a:extLst>
          </p:cNvPr>
          <p:cNvSpPr/>
          <p:nvPr/>
        </p:nvSpPr>
        <p:spPr>
          <a:xfrm>
            <a:off x="7953142" y="4410603"/>
            <a:ext cx="2160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2026 In-Year Impact by Category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0AA71C2-32CA-FC5B-8621-C69B2FD092B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32590" y="2611438"/>
            <a:ext cx="7282003" cy="172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Stage</a:t>
            </a: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84AB073-5BDC-E0DE-41CE-2B18AC653DB7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1209675" y="3770313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E61BA35-E0F5-7ADB-2F08-5F9BD3EA9201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2097088" y="3505200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B20A034-CEA1-8038-363B-F592ACA343D3}"/>
              </a:ext>
            </a:extLst>
          </p:cNvPr>
          <p:cNvCxnSpPr/>
          <p:nvPr>
            <p:custDataLst>
              <p:tags r:id="rId7"/>
            </p:custDataLst>
          </p:nvPr>
        </p:nvCxnSpPr>
        <p:spPr bwMode="gray">
          <a:xfrm>
            <a:off x="2984500" y="3478213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5326799-7BE1-D8F8-B6E7-FA0AE2F70E31}"/>
              </a:ext>
            </a:extLst>
          </p:cNvPr>
          <p:cNvCxnSpPr/>
          <p:nvPr>
            <p:custDataLst>
              <p:tags r:id="rId8"/>
            </p:custDataLst>
          </p:nvPr>
        </p:nvCxnSpPr>
        <p:spPr bwMode="gray">
          <a:xfrm>
            <a:off x="3871913" y="3411538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81C11D8D-9218-DCEE-D139-C92DA1F66152}"/>
              </a:ext>
            </a:extLst>
          </p:cNvPr>
          <p:cNvCxnSpPr/>
          <p:nvPr>
            <p:custDataLst>
              <p:tags r:id="rId9"/>
            </p:custDataLst>
          </p:nvPr>
        </p:nvCxnSpPr>
        <p:spPr bwMode="gray">
          <a:xfrm>
            <a:off x="4757738" y="3197225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AF5D5D0-3622-C9A4-F807-2AA39954C225}"/>
              </a:ext>
            </a:extLst>
          </p:cNvPr>
          <p:cNvCxnSpPr/>
          <p:nvPr>
            <p:custDataLst>
              <p:tags r:id="rId10"/>
            </p:custDataLst>
          </p:nvPr>
        </p:nvCxnSpPr>
        <p:spPr bwMode="gray">
          <a:xfrm>
            <a:off x="5645150" y="3192463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AC5B636-9BFD-1CEE-6541-20A3C4A8FC9B}"/>
              </a:ext>
            </a:extLst>
          </p:cNvPr>
          <p:cNvCxnSpPr/>
          <p:nvPr>
            <p:custDataLst>
              <p:tags r:id="rId11"/>
            </p:custDataLst>
          </p:nvPr>
        </p:nvCxnSpPr>
        <p:spPr bwMode="gray">
          <a:xfrm>
            <a:off x="6532563" y="3184525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8AEC368-D02D-2E3E-8E7E-DD50129473E6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5151438" y="3192463"/>
            <a:ext cx="493712" cy="4763"/>
          </a:xfrm>
          <a:prstGeom prst="rect">
            <a:avLst/>
          </a:prstGeom>
          <a:solidFill>
            <a:srgbClr val="6AA700"/>
          </a:solidFill>
          <a:ln w="952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CBEB03-1E8C-D7F8-6DD2-36982E641A9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038850" y="3184525"/>
            <a:ext cx="493713" cy="7938"/>
          </a:xfrm>
          <a:prstGeom prst="rect">
            <a:avLst/>
          </a:prstGeom>
          <a:solidFill>
            <a:schemeClr val="accent3"/>
          </a:solidFill>
          <a:ln w="952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F523D7A8-CED3-0586-95CC-078037A63143}"/>
              </a:ext>
            </a:extLst>
          </p:cNvPr>
          <p:cNvGraphicFramePr/>
          <p:nvPr>
            <p:custDataLst>
              <p:tags r:id="rId14"/>
            </p:custDataLst>
          </p:nvPr>
        </p:nvGraphicFramePr>
        <p:xfrm>
          <a:off x="436563" y="3101975"/>
          <a:ext cx="7262812" cy="855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9"/>
          </a:graphicData>
        </a:graphic>
      </p:graphicFrame>
      <p:sp>
        <p:nvSpPr>
          <p:cNvPr id="98" name="Text Placeholder 2">
            <a:extLst>
              <a:ext uri="{FF2B5EF4-FFF2-40B4-BE49-F238E27FC236}">
                <a16:creationId xmlns:a16="http://schemas.microsoft.com/office/drawing/2014/main" id="{37B30E60-5684-3D1F-83A3-8969026A3EE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557214" y="3908425"/>
            <a:ext cx="8112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55948F1-6383-49B6-80A6-6EDD9597A45D}" type="datetime'''1.'' In re''view'''''''' t''o be tak''en ''to ''marke''t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1. In review to be taken to market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99" name="Text Placeholder 2">
            <a:extLst>
              <a:ext uri="{FF2B5EF4-FFF2-40B4-BE49-F238E27FC236}">
                <a16:creationId xmlns:a16="http://schemas.microsoft.com/office/drawing/2014/main" id="{7B122614-63A4-725A-6D8E-5911E6254A0B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571625" y="3908425"/>
            <a:ext cx="557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5F75025-81D2-4F33-A7EF-0E06F4B8E040}" type="datetime'2''''. ''Cont''''rac''t con''''fir''med&#10;f''or'' bid''''din''g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2. Contract confirmed
for bidding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1" name="Text Placeholder 2">
            <a:extLst>
              <a:ext uri="{FF2B5EF4-FFF2-40B4-BE49-F238E27FC236}">
                <a16:creationId xmlns:a16="http://schemas.microsoft.com/office/drawing/2014/main" id="{32DF8AA3-3B2D-60DF-0A3F-35EA1E87C646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2322513" y="3908425"/>
            <a:ext cx="828675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0817367-BB72-4EC6-84EA-29A4A58E2F8A}" type="datetime'''3''''''''. ''Sc''''op''''''''''''''e'' ''d''ef''i''''n''ed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3. Scope defined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4" name="Text Placeholder 2">
            <a:extLst>
              <a:ext uri="{FF2B5EF4-FFF2-40B4-BE49-F238E27FC236}">
                <a16:creationId xmlns:a16="http://schemas.microsoft.com/office/drawing/2014/main" id="{FBDE4D43-4A7F-85B7-4C79-41E7C7E61DC4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3340100" y="3908425"/>
            <a:ext cx="5683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DDDDC39-182E-4347-A4A9-5B16438974BD}" type="datetime'4''. Te''nder&#10;''''i''''''''''''''''n p''r''og''re''s''s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4. Tender
in progress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99D6E4B4-C86E-52DA-9C35-56412F8692F7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4194175" y="3908425"/>
            <a:ext cx="635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B707251-F955-4B45-9792-622FEA2DC9CC}" type="datetime'5. ''Tend''''''''''er&#10;''''in'''''' e''va''''l''uat''''''''ion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5. Tender
in evaluation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8A67F3DA-8257-9E06-59DD-537E6E99F7C6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5197475" y="3908425"/>
            <a:ext cx="4016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3280EEA-736B-4BA3-9CBA-5FCE2BC412D9}" type="datetime'''''6''''''''.'' C''on-''''&#10;''''''trac''ti''''n''''''''''g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6. Con-
tracting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9BE79732-910B-0D8C-C0C1-0A48931936CC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5880101" y="3908425"/>
            <a:ext cx="811213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5693ED4-C4A9-4672-8AC2-3E1AB63B3A0D}" type="datetime'7. V''''''a''''lue'''''' ''''''D''''el''i''ve''''r''''y''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7. Value Delivery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E3EBF69D-621E-557C-DC47-CDEFF19843F9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7045325" y="3908425"/>
            <a:ext cx="25400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5591669-EBEC-46C0-BFB2-A47A5B931512}" type="datetime'''''''T''''''''''''ot''a''l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Total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12" name="Text Placeholder 2">
            <a:extLst>
              <a:ext uri="{FF2B5EF4-FFF2-40B4-BE49-F238E27FC236}">
                <a16:creationId xmlns:a16="http://schemas.microsoft.com/office/drawing/2014/main" id="{E7D57674-007E-1420-6C2E-75045A5505A2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800100" y="3500438"/>
            <a:ext cx="3238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333A987-90DB-43CA-9F07-15D97442DFFC}" type="datetime''''''''''''' ''''3''''5''''''''''''m ''''''''''''''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35m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83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696DAE7D-935C-4711-9327-1EBF96A1DFC5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1684338" y="3235325"/>
            <a:ext cx="3317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92F7E1E-07D4-460A-9B54-EFB780B9BA50}" type="datetime''''''''''''''''''''''''' ''''''9''''''0m ''''''''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90m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218</a:t>
            </a:r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22AC12C8-3E0D-6714-6455-459B544F70C9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2606675" y="3208338"/>
            <a:ext cx="2619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530BFEB-6719-4E68-99F9-DFB1FD2DA140}" type="datetime''''''''''' ''9''''''''''''''''''''''''''''''''''m'' 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9m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8</a:t>
            </a:r>
          </a:p>
        </p:txBody>
      </p:sp>
      <p:sp>
        <p:nvSpPr>
          <p:cNvPr id="133" name="Text Placeholder 2">
            <a:extLst>
              <a:ext uri="{FF2B5EF4-FFF2-40B4-BE49-F238E27FC236}">
                <a16:creationId xmlns:a16="http://schemas.microsoft.com/office/drawing/2014/main" id="{2EFE2D55-D803-61D0-A7AD-F84022BD0595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3463925" y="3141663"/>
            <a:ext cx="3222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B67A0C9-E56B-49B4-A169-1A47F7767F8E}" type="datetime''''' ''''''''2''''''''''''3''''''''''m'''''''''''''''''''''' 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23m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3</a:t>
            </a:r>
          </a:p>
        </p:txBody>
      </p:sp>
      <p:sp>
        <p:nvSpPr>
          <p:cNvPr id="134" name="Text Placeholder 2">
            <a:extLst>
              <a:ext uri="{FF2B5EF4-FFF2-40B4-BE49-F238E27FC236}">
                <a16:creationId xmlns:a16="http://schemas.microsoft.com/office/drawing/2014/main" id="{D177D118-F346-E1F9-09E4-24C4E4C8894A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4356100" y="2927350"/>
            <a:ext cx="312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53BE88D-5E97-4F55-A424-A18579242464}" type="datetime' ''''''''''''''''''''''''''''''''''''''''''7''''3''m 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73m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31</a:t>
            </a: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50DEA2F7-8BC5-C276-408F-3614CD4EDAB1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5268914" y="2922588"/>
            <a:ext cx="2587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17C3D1F-7FEE-4EB2-BE10-5F5BF37BDC16}" type="datetime''''''' 2''''''''''''''''''''m'''''''''''''' 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2m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</a:t>
            </a:r>
          </a:p>
        </p:txBody>
      </p:sp>
      <p:sp>
        <p:nvSpPr>
          <p:cNvPr id="136" name="Text Placeholder 2">
            <a:extLst>
              <a:ext uri="{FF2B5EF4-FFF2-40B4-BE49-F238E27FC236}">
                <a16:creationId xmlns:a16="http://schemas.microsoft.com/office/drawing/2014/main" id="{526338DC-C12D-67BB-B6BA-0859B287FA1B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6154738" y="2914650"/>
            <a:ext cx="2603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BC1802B-E294-4E33-AF04-199105E1254C}" type="datetime''' 3''''''''''''''''''m'''''''' 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3m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4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63B75A15-3001-6AC3-FBAD-355A868B36FC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6980238" y="2914650"/>
            <a:ext cx="3857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6A303C1-AC11-4384-B249-4BEA3A45553E}" type="datetime''''''''''''''''' ''2''''''''3''''''5''''''''''''''''m 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235m </a:t>
            </a:fld>
            <a:endParaRPr kumimoji="0" lang="en-GB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349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42BA9610-7FB4-B6F1-3CAA-406FB3187423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8012113" y="6683375"/>
            <a:ext cx="142875" cy="106363"/>
          </a:xfrm>
          <a:prstGeom prst="rect">
            <a:avLst/>
          </a:prstGeom>
          <a:solidFill>
            <a:srgbClr val="D6A300"/>
          </a:solidFill>
          <a:ln w="952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for BP Light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72108CD6-6701-A245-AF22-B91900789FA4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8702675" y="6683375"/>
            <a:ext cx="142875" cy="106363"/>
          </a:xfrm>
          <a:prstGeom prst="rect">
            <a:avLst/>
          </a:prstGeom>
          <a:solidFill>
            <a:srgbClr val="6AA700"/>
          </a:solidFill>
          <a:ln w="952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for BP Light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CC01BFB1-F48C-8DC8-324D-FF0C1F90FD37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9412288" y="6683375"/>
            <a:ext cx="142875" cy="106363"/>
          </a:xfrm>
          <a:prstGeom prst="rect">
            <a:avLst/>
          </a:prstGeom>
          <a:solidFill>
            <a:schemeClr val="accent3"/>
          </a:solidFill>
          <a:ln w="952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for BP Light"/>
              <a:ea typeface="+mn-ea"/>
              <a:cs typeface="+mn-cs"/>
            </a:endParaRPr>
          </a:p>
        </p:txBody>
      </p:sp>
      <p:sp>
        <p:nvSpPr>
          <p:cNvPr id="141" name="Text Placeholder 2">
            <a:extLst>
              <a:ext uri="{FF2B5EF4-FFF2-40B4-BE49-F238E27FC236}">
                <a16:creationId xmlns:a16="http://schemas.microsoft.com/office/drawing/2014/main" id="{BA1F543F-6E78-4CAC-D218-BC1E17000621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8205788" y="6678613"/>
            <a:ext cx="395288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1F44F19-13DB-4F42-A60A-D4DE0B41DCA0}" type="datetime'''''''''''''P''''i''''''''''p''''el''''''''i''n''e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Pipeline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42" name="Text Placeholder 2">
            <a:extLst>
              <a:ext uri="{FF2B5EF4-FFF2-40B4-BE49-F238E27FC236}">
                <a16:creationId xmlns:a16="http://schemas.microsoft.com/office/drawing/2014/main" id="{02322C0F-6D1E-C59C-EAD5-F7CE8A216A32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8896350" y="6678613"/>
            <a:ext cx="414338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290F1B8-F8A3-469B-8DF4-0A97B888AF64}" type="datetime'''''''''I''''''''''''n''-''''''F''''''''''''l''''ig''''''ht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In-Flight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44" name="Text Placeholder 2">
            <a:extLst>
              <a:ext uri="{FF2B5EF4-FFF2-40B4-BE49-F238E27FC236}">
                <a16:creationId xmlns:a16="http://schemas.microsoft.com/office/drawing/2014/main" id="{B2153D1C-6A59-3951-6F3F-8F87D8CE63B0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9605963" y="6678613"/>
            <a:ext cx="54610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B76CCE1-6CC8-47C7-8A79-54170FE4DCF6}" type="datetime'''''Co''''m''''''p''''l''''''ete''''''''''''''''''''''''''d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Completed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8B0846DC-2CEA-B0B7-6182-B854576E3537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1893232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C7771EB6-3346-E94B-7770-320947DE15E3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3366432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9154F3DD-B2BE-54F9-40E8-415BA0C3B571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4838044" y="5114925"/>
            <a:ext cx="1404938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B263BC41-DFC5-D297-57D4-7F9BB6BFE2A7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6311244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590B2031-E9FB-BFD0-E502-1C7DFA7202A1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420032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939E8DC8-7DAD-F9A9-907A-EB6CD5370AE6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420032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Retail Assets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324 contracts</a:t>
            </a: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92DE194E-5896-18D1-093E-C0D32F9D89BC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1893232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Marketing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11 </a:t>
            </a: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contracts</a:t>
            </a: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95943D5B-C41D-960A-8332-12468866795D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3366432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Logistics and Fuel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3 contracts</a:t>
            </a: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4DEC611D-CD21-4CD1-ECE6-A791F6F86727}"/>
              </a:ext>
            </a:extLst>
          </p:cNvPr>
          <p:cNvSpPr/>
          <p:nvPr>
            <p:custDataLst>
              <p:tags r:id="rId45"/>
            </p:custDataLst>
          </p:nvPr>
        </p:nvSpPr>
        <p:spPr>
          <a:xfrm>
            <a:off x="4838044" y="4789488"/>
            <a:ext cx="1404938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(Headings)"/>
                <a:ea typeface="+mn-ea"/>
                <a:cs typeface="+mn-cs"/>
              </a:rPr>
              <a:t>Convenience Retail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(Headings)"/>
                <a:ea typeface="+mn-ea"/>
                <a:cs typeface="+mn-cs"/>
              </a:rPr>
              <a:t>#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(Headings)"/>
                <a:ea typeface="+mn-ea"/>
                <a:cs typeface="+mn-cs"/>
              </a:rPr>
              <a:t>4 </a:t>
            </a: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(Headings)"/>
                <a:ea typeface="+mn-ea"/>
                <a:cs typeface="+mn-cs"/>
              </a:rPr>
              <a:t>contracts</a:t>
            </a: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7A06D2AE-3103-608A-5527-A73ECED03594}"/>
              </a:ext>
            </a:extLst>
          </p:cNvPr>
          <p:cNvSpPr/>
          <p:nvPr>
            <p:custDataLst>
              <p:tags r:id="rId46"/>
            </p:custDataLst>
          </p:nvPr>
        </p:nvSpPr>
        <p:spPr>
          <a:xfrm>
            <a:off x="6311244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bp Sans Light" panose="020B0404010101010104" pitchFamily="34" charset="0"/>
                <a:cs typeface="bp Sans Light" panose="020B0404010101010104" pitchFamily="34" charset="0"/>
              </a:rPr>
              <a:t>Others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bp Sans Light" panose="020B0404010101010104" pitchFamily="34" charset="0"/>
                <a:cs typeface="bp Sans Light" panose="020B0404010101010104" pitchFamily="34" charset="0"/>
              </a:rPr>
              <a:t>#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bp Sans Light" panose="020B0404010101010104" pitchFamily="34" charset="0"/>
                <a:cs typeface="bp Sans Light" panose="020B0404010101010104" pitchFamily="34" charset="0"/>
              </a:rPr>
              <a:t>7</a:t>
            </a: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bp Sans Light" panose="020B0404010101010104" pitchFamily="34" charset="0"/>
                <a:cs typeface="bp Sans Light" panose="020B0404010101010104" pitchFamily="34" charset="0"/>
              </a:rPr>
              <a:t> contracts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56C1D466-BDCE-11F3-2996-10375B59606B}"/>
              </a:ext>
            </a:extLst>
          </p:cNvPr>
          <p:cNvGraphicFramePr/>
          <p:nvPr>
            <p:custDataLst>
              <p:tags r:id="rId47"/>
            </p:custDataLst>
          </p:nvPr>
        </p:nvGraphicFramePr>
        <p:xfrm>
          <a:off x="600075" y="5299075"/>
          <a:ext cx="1044575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0"/>
          </a:graphicData>
        </a:graphic>
      </p:graphicFrame>
      <p:sp>
        <p:nvSpPr>
          <p:cNvPr id="286" name="Text Placeholder 2">
            <a:extLst>
              <a:ext uri="{FF2B5EF4-FFF2-40B4-BE49-F238E27FC236}">
                <a16:creationId xmlns:a16="http://schemas.microsoft.com/office/drawing/2014/main" id="{EAE5BDE9-05E7-A88A-AD93-24F90B0E7843}"/>
              </a:ext>
            </a:extLst>
          </p:cNvPr>
          <p:cNvSpPr>
            <a:spLocks/>
          </p:cNvSpPr>
          <p:nvPr>
            <p:custDataLst>
              <p:tags r:id="rId48"/>
            </p:custDataLst>
          </p:nvPr>
        </p:nvSpPr>
        <p:spPr bwMode="auto">
          <a:xfrm>
            <a:off x="500063" y="5988050"/>
            <a:ext cx="2936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E638CF9-E6C9-4058-B38E-F03EA2769EDD}" type="datetime''''''''''' ''''''''''''''''1''2''''''''''1m'''''''''' 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121m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289</a:t>
            </a:r>
          </a:p>
        </p:txBody>
      </p:sp>
      <p:sp>
        <p:nvSpPr>
          <p:cNvPr id="287" name="Text Placeholder 2">
            <a:extLst>
              <a:ext uri="{FF2B5EF4-FFF2-40B4-BE49-F238E27FC236}">
                <a16:creationId xmlns:a16="http://schemas.microsoft.com/office/drawing/2014/main" id="{346BAEEE-F63D-E849-1C0A-36887D1A36E6}"/>
              </a:ext>
            </a:extLst>
          </p:cNvPr>
          <p:cNvSpPr>
            <a:spLocks/>
          </p:cNvSpPr>
          <p:nvPr>
            <p:custDataLst>
              <p:tags r:id="rId49"/>
            </p:custDataLst>
          </p:nvPr>
        </p:nvSpPr>
        <p:spPr bwMode="auto">
          <a:xfrm>
            <a:off x="1333500" y="5167313"/>
            <a:ext cx="2809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F31F73C-9434-4AEC-9B40-9968313AD794}" type="datetime' ''''''''64''''m'''''''''''''''''''' 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64m </a:t>
            </a:fld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31</a:t>
            </a:r>
          </a:p>
        </p:txBody>
      </p:sp>
      <p:sp>
        <p:nvSpPr>
          <p:cNvPr id="288" name="Text Placeholder 2">
            <a:extLst>
              <a:ext uri="{FF2B5EF4-FFF2-40B4-BE49-F238E27FC236}">
                <a16:creationId xmlns:a16="http://schemas.microsoft.com/office/drawing/2014/main" id="{D487CA77-9C5E-CC5F-C3AA-28E62B9EDE73}"/>
              </a:ext>
            </a:extLst>
          </p:cNvPr>
          <p:cNvSpPr>
            <a:spLocks/>
          </p:cNvSpPr>
          <p:nvPr>
            <p:custDataLst>
              <p:tags r:id="rId50"/>
            </p:custDataLst>
          </p:nvPr>
        </p:nvSpPr>
        <p:spPr bwMode="auto">
          <a:xfrm>
            <a:off x="1539875" y="5608638"/>
            <a:ext cx="2190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181A701-E7F7-4638-9F01-6041E064D2C2}" type="datetime' ''''''''''''''3''''''''''''''''''m'''''' ''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3m </a:t>
            </a:fld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4</a:t>
            </a: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B589F1F3-9705-3D32-EA9B-B63E3FB06E47}"/>
              </a:ext>
            </a:extLst>
          </p:cNvPr>
          <p:cNvGraphicFramePr/>
          <p:nvPr>
            <p:custDataLst>
              <p:tags r:id="rId51"/>
            </p:custDataLst>
          </p:nvPr>
        </p:nvGraphicFramePr>
        <p:xfrm>
          <a:off x="2073275" y="5299075"/>
          <a:ext cx="1044575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1"/>
          </a:graphicData>
        </a:graphic>
      </p:graphicFrame>
      <p:sp>
        <p:nvSpPr>
          <p:cNvPr id="290" name="Text Placeholder 2">
            <a:extLst>
              <a:ext uri="{FF2B5EF4-FFF2-40B4-BE49-F238E27FC236}">
                <a16:creationId xmlns:a16="http://schemas.microsoft.com/office/drawing/2014/main" id="{CDE7CD2E-852A-1BFF-EE7C-61ACFE451CD5}"/>
              </a:ext>
            </a:extLst>
          </p:cNvPr>
          <p:cNvSpPr>
            <a:spLocks/>
          </p:cNvSpPr>
          <p:nvPr>
            <p:custDataLst>
              <p:tags r:id="rId52"/>
            </p:custDataLst>
          </p:nvPr>
        </p:nvSpPr>
        <p:spPr bwMode="auto">
          <a:xfrm>
            <a:off x="2295525" y="5114925"/>
            <a:ext cx="2174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69F84D5-2422-4297-B523-649005F7740D}" type="datetime' ''''''''''''''''''2''''''''''''''''''m'''''' 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2m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6</a:t>
            </a:r>
          </a:p>
        </p:txBody>
      </p:sp>
      <p:sp>
        <p:nvSpPr>
          <p:cNvPr id="291" name="Text Placeholder 2">
            <a:extLst>
              <a:ext uri="{FF2B5EF4-FFF2-40B4-BE49-F238E27FC236}">
                <a16:creationId xmlns:a16="http://schemas.microsoft.com/office/drawing/2014/main" id="{17A74C08-6BF7-21E2-8DC0-B1488CDB8210}"/>
              </a:ext>
            </a:extLst>
          </p:cNvPr>
          <p:cNvSpPr>
            <a:spLocks/>
          </p:cNvSpPr>
          <p:nvPr>
            <p:custDataLst>
              <p:tags r:id="rId53"/>
            </p:custDataLst>
          </p:nvPr>
        </p:nvSpPr>
        <p:spPr bwMode="auto">
          <a:xfrm>
            <a:off x="2717800" y="6126163"/>
            <a:ext cx="2571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D9DF495-04CE-40F5-B67A-1024633952A7}" type="datetime''''''''' ''''1''''''''''3''''''''m'''''''''''''' 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13m </a:t>
            </a:fld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5</a:t>
            </a: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1D191131-4841-A3E7-68DF-DCCDA2BA99CC}"/>
              </a:ext>
            </a:extLst>
          </p:cNvPr>
          <p:cNvGraphicFramePr/>
          <p:nvPr>
            <p:custDataLst>
              <p:tags r:id="rId54"/>
            </p:custDataLst>
          </p:nvPr>
        </p:nvGraphicFramePr>
        <p:xfrm>
          <a:off x="5019675" y="5299075"/>
          <a:ext cx="1042988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2"/>
          </a:graphicData>
        </a:graphic>
      </p:graphicFrame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9024650-ED22-33E5-0380-4EE5E51F5ACB}"/>
              </a:ext>
            </a:extLst>
          </p:cNvPr>
          <p:cNvSpPr>
            <a:spLocks/>
          </p:cNvSpPr>
          <p:nvPr>
            <p:custDataLst>
              <p:tags r:id="rId55"/>
            </p:custDataLst>
          </p:nvPr>
        </p:nvSpPr>
        <p:spPr bwMode="auto">
          <a:xfrm>
            <a:off x="5354638" y="5106988"/>
            <a:ext cx="3286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800" b="1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&lt;0.1m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800" b="1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# 1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299" name="Text Placeholder 2">
            <a:extLst>
              <a:ext uri="{FF2B5EF4-FFF2-40B4-BE49-F238E27FC236}">
                <a16:creationId xmlns:a16="http://schemas.microsoft.com/office/drawing/2014/main" id="{18C26763-F5A2-A6AC-3894-E4166018BBA8}"/>
              </a:ext>
            </a:extLst>
          </p:cNvPr>
          <p:cNvSpPr>
            <a:spLocks/>
          </p:cNvSpPr>
          <p:nvPr>
            <p:custDataLst>
              <p:tags r:id="rId56"/>
            </p:custDataLst>
          </p:nvPr>
        </p:nvSpPr>
        <p:spPr bwMode="auto">
          <a:xfrm>
            <a:off x="4903788" y="5600700"/>
            <a:ext cx="2190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394A1A1-177A-4FE8-8E68-DCFF19D50629}" type="datetime''''''''' ''''''''''''''''''''''''3m ''''''''''''''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3m </a:t>
            </a:fld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3</a:t>
            </a: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9F839AAF-0BAB-B5F4-A74B-94E2F56DC59B}"/>
              </a:ext>
            </a:extLst>
          </p:cNvPr>
          <p:cNvGraphicFramePr/>
          <p:nvPr>
            <p:custDataLst>
              <p:tags r:id="rId57"/>
            </p:custDataLst>
          </p:nvPr>
        </p:nvGraphicFramePr>
        <p:xfrm>
          <a:off x="6491288" y="5299075"/>
          <a:ext cx="1044575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3"/>
          </a:graphicData>
        </a:graphic>
      </p:graphicFrame>
      <p:sp>
        <p:nvSpPr>
          <p:cNvPr id="302" name="Text Placeholder 2">
            <a:extLst>
              <a:ext uri="{FF2B5EF4-FFF2-40B4-BE49-F238E27FC236}">
                <a16:creationId xmlns:a16="http://schemas.microsoft.com/office/drawing/2014/main" id="{BD1F000A-187A-04B1-7347-6AB3583F2944}"/>
              </a:ext>
            </a:extLst>
          </p:cNvPr>
          <p:cNvSpPr>
            <a:spLocks/>
          </p:cNvSpPr>
          <p:nvPr>
            <p:custDataLst>
              <p:tags r:id="rId58"/>
            </p:custDataLst>
          </p:nvPr>
        </p:nvSpPr>
        <p:spPr bwMode="auto">
          <a:xfrm>
            <a:off x="6338888" y="5613400"/>
            <a:ext cx="2571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en-US" sz="800" b="1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0.2m</a:t>
            </a:r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</a:t>
            </a:r>
          </a:p>
        </p:txBody>
      </p:sp>
      <p:sp>
        <p:nvSpPr>
          <p:cNvPr id="303" name="Text Placeholder 2">
            <a:extLst>
              <a:ext uri="{FF2B5EF4-FFF2-40B4-BE49-F238E27FC236}">
                <a16:creationId xmlns:a16="http://schemas.microsoft.com/office/drawing/2014/main" id="{A726C4B7-8505-2E25-B550-6BA34C0C9130}"/>
              </a:ext>
            </a:extLst>
          </p:cNvPr>
          <p:cNvSpPr>
            <a:spLocks/>
          </p:cNvSpPr>
          <p:nvPr>
            <p:custDataLst>
              <p:tags r:id="rId59"/>
            </p:custDataLst>
          </p:nvPr>
        </p:nvSpPr>
        <p:spPr bwMode="auto">
          <a:xfrm>
            <a:off x="7431088" y="5637213"/>
            <a:ext cx="2825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313A934-8174-4E1F-9419-3ACAB18AADEE}" type="datetime' ''''''2''''6''''''''''''''m 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26m </a:t>
            </a:fld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5</a:t>
            </a:r>
          </a:p>
        </p:txBody>
      </p:sp>
      <p:cxnSp>
        <p:nvCxnSpPr>
          <p:cNvPr id="396" name="Straight Connector 395">
            <a:extLst>
              <a:ext uri="{FF2B5EF4-FFF2-40B4-BE49-F238E27FC236}">
                <a16:creationId xmlns:a16="http://schemas.microsoft.com/office/drawing/2014/main" id="{F74A3BA2-8097-BBBD-D8BF-E87C51A4136A}"/>
              </a:ext>
            </a:extLst>
          </p:cNvPr>
          <p:cNvCxnSpPr/>
          <p:nvPr>
            <p:custDataLst>
              <p:tags r:id="rId60"/>
            </p:custDataLst>
          </p:nvPr>
        </p:nvCxnSpPr>
        <p:spPr bwMode="gray">
          <a:xfrm>
            <a:off x="8266113" y="5570538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7" name="Straight Connector 396">
            <a:extLst>
              <a:ext uri="{FF2B5EF4-FFF2-40B4-BE49-F238E27FC236}">
                <a16:creationId xmlns:a16="http://schemas.microsoft.com/office/drawing/2014/main" id="{F9F24503-D351-45D7-C5A1-A5606333CDD6}"/>
              </a:ext>
            </a:extLst>
          </p:cNvPr>
          <p:cNvCxnSpPr/>
          <p:nvPr>
            <p:custDataLst>
              <p:tags r:id="rId61"/>
            </p:custDataLst>
          </p:nvPr>
        </p:nvCxnSpPr>
        <p:spPr bwMode="gray">
          <a:xfrm>
            <a:off x="8574088" y="555307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8" name="Straight Connector 397">
            <a:extLst>
              <a:ext uri="{FF2B5EF4-FFF2-40B4-BE49-F238E27FC236}">
                <a16:creationId xmlns:a16="http://schemas.microsoft.com/office/drawing/2014/main" id="{A103533F-21B3-A980-998F-F9CA8A81E290}"/>
              </a:ext>
            </a:extLst>
          </p:cNvPr>
          <p:cNvCxnSpPr/>
          <p:nvPr>
            <p:custDataLst>
              <p:tags r:id="rId62"/>
            </p:custDataLst>
          </p:nvPr>
        </p:nvCxnSpPr>
        <p:spPr bwMode="gray">
          <a:xfrm>
            <a:off x="8882063" y="554672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9" name="Straight Connector 398">
            <a:extLst>
              <a:ext uri="{FF2B5EF4-FFF2-40B4-BE49-F238E27FC236}">
                <a16:creationId xmlns:a16="http://schemas.microsoft.com/office/drawing/2014/main" id="{EECCAAC4-7F15-A01C-8316-81F8DD21554B}"/>
              </a:ext>
            </a:extLst>
          </p:cNvPr>
          <p:cNvCxnSpPr/>
          <p:nvPr>
            <p:custDataLst>
              <p:tags r:id="rId63"/>
            </p:custDataLst>
          </p:nvPr>
        </p:nvCxnSpPr>
        <p:spPr bwMode="gray">
          <a:xfrm>
            <a:off x="9190038" y="5541963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1DA60FDC-D91B-DFD5-8783-FE16BF3632DF}"/>
              </a:ext>
            </a:extLst>
          </p:cNvPr>
          <p:cNvCxnSpPr/>
          <p:nvPr>
            <p:custDataLst>
              <p:tags r:id="rId64"/>
            </p:custDataLst>
          </p:nvPr>
        </p:nvCxnSpPr>
        <p:spPr bwMode="gray">
          <a:xfrm>
            <a:off x="9498013" y="511492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6" name="Rectangle 485">
            <a:extLst>
              <a:ext uri="{FF2B5EF4-FFF2-40B4-BE49-F238E27FC236}">
                <a16:creationId xmlns:a16="http://schemas.microsoft.com/office/drawing/2014/main" id="{62DE4434-4156-13E3-43E6-26A9201E8EA9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8710613" y="5546725"/>
            <a:ext cx="171450" cy="6350"/>
          </a:xfrm>
          <a:prstGeom prst="rect">
            <a:avLst/>
          </a:prstGeom>
          <a:solidFill>
            <a:srgbClr val="D6A300"/>
          </a:solidFill>
          <a:ln w="952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F0CCAB6C-D771-550F-F53F-CAF228A7C6DB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9018588" y="5541963"/>
            <a:ext cx="171450" cy="4763"/>
          </a:xfrm>
          <a:prstGeom prst="rect">
            <a:avLst/>
          </a:prstGeom>
          <a:solidFill>
            <a:srgbClr val="6AA700"/>
          </a:solidFill>
          <a:ln w="952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A3FE8E1B-386E-DAA5-B518-43B1EEE4F9BB}"/>
              </a:ext>
            </a:extLst>
          </p:cNvPr>
          <p:cNvGraphicFramePr/>
          <p:nvPr>
            <p:custDataLst>
              <p:tags r:id="rId67"/>
            </p:custDataLst>
          </p:nvPr>
        </p:nvGraphicFramePr>
        <p:xfrm>
          <a:off x="7943850" y="5032375"/>
          <a:ext cx="2012950" cy="1108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4"/>
          </a:graphicData>
        </a:graphic>
      </p:graphicFrame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800F716E-DC30-9D69-3DE9-9CB2F3EA6588}"/>
              </a:ext>
            </a:extLst>
          </p:cNvPr>
          <p:cNvCxnSpPr>
            <a:cxnSpLocks/>
          </p:cNvCxnSpPr>
          <p:nvPr>
            <p:custDataLst>
              <p:tags r:id="rId68"/>
            </p:custDataLst>
          </p:nvPr>
        </p:nvCxnSpPr>
        <p:spPr bwMode="gray">
          <a:xfrm flipH="1" flipV="1">
            <a:off x="9783763" y="5119688"/>
            <a:ext cx="34925" cy="47625"/>
          </a:xfrm>
          <a:prstGeom prst="line">
            <a:avLst/>
          </a:prstGeom>
          <a:ln w="635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3" name="Straight Connector 402">
            <a:extLst>
              <a:ext uri="{FF2B5EF4-FFF2-40B4-BE49-F238E27FC236}">
                <a16:creationId xmlns:a16="http://schemas.microsoft.com/office/drawing/2014/main" id="{E5565AE6-A0E1-82C0-E0D4-D21DA8F99119}"/>
              </a:ext>
            </a:extLst>
          </p:cNvPr>
          <p:cNvCxnSpPr>
            <a:cxnSpLocks/>
          </p:cNvCxnSpPr>
          <p:nvPr>
            <p:custDataLst>
              <p:tags r:id="rId69"/>
            </p:custDataLst>
          </p:nvPr>
        </p:nvCxnSpPr>
        <p:spPr bwMode="gray">
          <a:xfrm flipH="1">
            <a:off x="9783763" y="5495925"/>
            <a:ext cx="34925" cy="0"/>
          </a:xfrm>
          <a:prstGeom prst="line">
            <a:avLst/>
          </a:prstGeom>
          <a:ln w="635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4" name="Straight Connector 403">
            <a:extLst>
              <a:ext uri="{FF2B5EF4-FFF2-40B4-BE49-F238E27FC236}">
                <a16:creationId xmlns:a16="http://schemas.microsoft.com/office/drawing/2014/main" id="{4D21123E-73EE-C366-05FA-2D6B0372F659}"/>
              </a:ext>
            </a:extLst>
          </p:cNvPr>
          <p:cNvCxnSpPr>
            <a:cxnSpLocks/>
          </p:cNvCxnSpPr>
          <p:nvPr>
            <p:custDataLst>
              <p:tags r:id="rId70"/>
            </p:custDataLst>
          </p:nvPr>
        </p:nvCxnSpPr>
        <p:spPr bwMode="gray">
          <a:xfrm flipH="1">
            <a:off x="9783763" y="5962650"/>
            <a:ext cx="34925" cy="0"/>
          </a:xfrm>
          <a:prstGeom prst="line">
            <a:avLst/>
          </a:prstGeom>
          <a:ln w="635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5" name="Text Placeholder 2">
            <a:extLst>
              <a:ext uri="{FF2B5EF4-FFF2-40B4-BE49-F238E27FC236}">
                <a16:creationId xmlns:a16="http://schemas.microsoft.com/office/drawing/2014/main" id="{5E42DDA9-8B6A-5772-E50D-612016DCE6C8}"/>
              </a:ext>
            </a:extLst>
          </p:cNvPr>
          <p:cNvSpPr>
            <a:spLocks/>
          </p:cNvSpPr>
          <p:nvPr>
            <p:custDataLst>
              <p:tags r:id="rId71"/>
            </p:custDataLst>
          </p:nvPr>
        </p:nvSpPr>
        <p:spPr bwMode="auto">
          <a:xfrm>
            <a:off x="8032750" y="6088063"/>
            <a:ext cx="2968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7683917-C56F-4F6C-9A46-F32A9676BA24}" type="datetime'R''''''''''''e''''''t''a''''il'' ''As''''''''''s''''et''s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Retail Assets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06" name="Text Placeholder 2">
            <a:extLst>
              <a:ext uri="{FF2B5EF4-FFF2-40B4-BE49-F238E27FC236}">
                <a16:creationId xmlns:a16="http://schemas.microsoft.com/office/drawing/2014/main" id="{E045F1F6-00C5-2729-0DA6-85D6EA5F1F17}"/>
              </a:ext>
            </a:extLst>
          </p:cNvPr>
          <p:cNvSpPr>
            <a:spLocks/>
          </p:cNvSpPr>
          <p:nvPr>
            <p:custDataLst>
              <p:tags r:id="rId72"/>
            </p:custDataLst>
          </p:nvPr>
        </p:nvSpPr>
        <p:spPr bwMode="auto">
          <a:xfrm>
            <a:off x="8350250" y="6088063"/>
            <a:ext cx="2778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AD8AE2D-683C-4E3B-A4BE-C81C2E6036A0}" type="datetime'''''''''''M''arke''''''''''''&#10;''''''t''i''''''n''''''''''g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Marke
ting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07" name="Text Placeholder 2">
            <a:extLst>
              <a:ext uri="{FF2B5EF4-FFF2-40B4-BE49-F238E27FC236}">
                <a16:creationId xmlns:a16="http://schemas.microsoft.com/office/drawing/2014/main" id="{4FD745F0-5992-DF6C-F605-71A355D7F7B0}"/>
              </a:ext>
            </a:extLst>
          </p:cNvPr>
          <p:cNvSpPr>
            <a:spLocks/>
          </p:cNvSpPr>
          <p:nvPr>
            <p:custDataLst>
              <p:tags r:id="rId73"/>
            </p:custDataLst>
          </p:nvPr>
        </p:nvSpPr>
        <p:spPr bwMode="auto">
          <a:xfrm>
            <a:off x="8659812" y="6088063"/>
            <a:ext cx="2746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6E43D3D-21A2-48B1-9653-034F461957EB}" type="datetime'''''''''L''o''''g.'''''' &amp; ''''F''''u''''''''e''''l''''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Log. &amp; Fuel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08" name="Text Placeholder 2">
            <a:extLst>
              <a:ext uri="{FF2B5EF4-FFF2-40B4-BE49-F238E27FC236}">
                <a16:creationId xmlns:a16="http://schemas.microsoft.com/office/drawing/2014/main" id="{13980672-12F2-7615-B257-23A9D52A2266}"/>
              </a:ext>
            </a:extLst>
          </p:cNvPr>
          <p:cNvSpPr>
            <a:spLocks/>
          </p:cNvSpPr>
          <p:nvPr>
            <p:custDataLst>
              <p:tags r:id="rId74"/>
            </p:custDataLst>
          </p:nvPr>
        </p:nvSpPr>
        <p:spPr bwMode="auto">
          <a:xfrm>
            <a:off x="8974138" y="6088063"/>
            <a:ext cx="2603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5554E97-0D80-4247-BB65-E331BE568BD5}" type="datetime'Co''''''''n''''''''v''''''''''''''''''. ''Ret''''ai''''''l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Conv. Retail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09" name="Text Placeholder 2">
            <a:extLst>
              <a:ext uri="{FF2B5EF4-FFF2-40B4-BE49-F238E27FC236}">
                <a16:creationId xmlns:a16="http://schemas.microsoft.com/office/drawing/2014/main" id="{574F6258-EE4E-7217-4C46-345C78727388}"/>
              </a:ext>
            </a:extLst>
          </p:cNvPr>
          <p:cNvSpPr>
            <a:spLocks/>
          </p:cNvSpPr>
          <p:nvPr>
            <p:custDataLst>
              <p:tags r:id="rId75"/>
            </p:custDataLst>
          </p:nvPr>
        </p:nvSpPr>
        <p:spPr bwMode="auto">
          <a:xfrm>
            <a:off x="9258301" y="6088064"/>
            <a:ext cx="307975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2C55BDF-2A28-4B44-A3AA-9713F01AD6BF}" type="datetime'''''''O''t''h''''e''''''''''''''''''r''''s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Others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10" name="Text Placeholder 2">
            <a:extLst>
              <a:ext uri="{FF2B5EF4-FFF2-40B4-BE49-F238E27FC236}">
                <a16:creationId xmlns:a16="http://schemas.microsoft.com/office/drawing/2014/main" id="{FE17B7B0-5613-3AB5-9AE8-4A3F4F858F22}"/>
              </a:ext>
            </a:extLst>
          </p:cNvPr>
          <p:cNvSpPr>
            <a:spLocks/>
          </p:cNvSpPr>
          <p:nvPr>
            <p:custDataLst>
              <p:tags r:id="rId76"/>
            </p:custDataLst>
          </p:nvPr>
        </p:nvSpPr>
        <p:spPr bwMode="gray">
          <a:xfrm>
            <a:off x="9818688" y="5114925"/>
            <a:ext cx="239713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0.1m</a:t>
            </a:r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11" name="Text Placeholder 2">
            <a:extLst>
              <a:ext uri="{FF2B5EF4-FFF2-40B4-BE49-F238E27FC236}">
                <a16:creationId xmlns:a16="http://schemas.microsoft.com/office/drawing/2014/main" id="{4C4DCFEF-83A0-F01D-3E57-102CBAD2A4F9}"/>
              </a:ext>
            </a:extLst>
          </p:cNvPr>
          <p:cNvSpPr>
            <a:spLocks/>
          </p:cNvSpPr>
          <p:nvPr>
            <p:custDataLst>
              <p:tags r:id="rId77"/>
            </p:custDataLst>
          </p:nvPr>
        </p:nvSpPr>
        <p:spPr bwMode="gray">
          <a:xfrm>
            <a:off x="9818688" y="5443538"/>
            <a:ext cx="177800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8AA29DA-7D90-4B0B-BDF6-901A50AF53E6}" type="datetime'''''''''''''''''9''''''''m'''''''''">
              <a:rPr kumimoji="0" lang="en-GB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9m</a:t>
            </a:fld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12" name="Text Placeholder 2">
            <a:extLst>
              <a:ext uri="{FF2B5EF4-FFF2-40B4-BE49-F238E27FC236}">
                <a16:creationId xmlns:a16="http://schemas.microsoft.com/office/drawing/2014/main" id="{69B5E27B-93F9-E0EC-657A-C264D16BB962}"/>
              </a:ext>
            </a:extLst>
          </p:cNvPr>
          <p:cNvSpPr>
            <a:spLocks/>
          </p:cNvSpPr>
          <p:nvPr>
            <p:custDataLst>
              <p:tags r:id="rId78"/>
            </p:custDataLst>
          </p:nvPr>
        </p:nvSpPr>
        <p:spPr bwMode="gray">
          <a:xfrm>
            <a:off x="9818688" y="5910263"/>
            <a:ext cx="174625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2EC7260-5D5C-4DFA-9687-413ECEE863C6}" type="datetime'2''''''''''''''''''m'''''''''''''''''''''''''''''''''">
              <a:rPr kumimoji="0" lang="en-GB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2m</a:t>
            </a:fld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13" name="Text Placeholder 2">
            <a:extLst>
              <a:ext uri="{FF2B5EF4-FFF2-40B4-BE49-F238E27FC236}">
                <a16:creationId xmlns:a16="http://schemas.microsoft.com/office/drawing/2014/main" id="{7222B0F2-4A86-7F1D-81B2-FA144EB0F579}"/>
              </a:ext>
            </a:extLst>
          </p:cNvPr>
          <p:cNvSpPr>
            <a:spLocks/>
          </p:cNvSpPr>
          <p:nvPr>
            <p:custDataLst>
              <p:tags r:id="rId79"/>
            </p:custDataLst>
          </p:nvPr>
        </p:nvSpPr>
        <p:spPr bwMode="auto">
          <a:xfrm>
            <a:off x="9609138" y="6088064"/>
            <a:ext cx="223838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B41E3E6-8F5E-412A-945D-8E501B06A678}" type="datetime'''''''''''''T''''''o''''''''t''''''''''''a''l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Total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E5262022-20EC-7D40-A75E-14187A9CD235}"/>
              </a:ext>
            </a:extLst>
          </p:cNvPr>
          <p:cNvSpPr>
            <a:spLocks/>
          </p:cNvSpPr>
          <p:nvPr>
            <p:custDataLst>
              <p:tags r:id="rId80"/>
            </p:custDataLst>
          </p:nvPr>
        </p:nvSpPr>
        <p:spPr bwMode="gray">
          <a:xfrm>
            <a:off x="8080375" y="5435600"/>
            <a:ext cx="20002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57BCE1FB-EAA7-4305-B22F-B66A0025916E}" type="datetime'''''''''''''''''''6''''''''''m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6m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E5262022-20EC-7D40-A75E-14187A9CD235}"/>
              </a:ext>
            </a:extLst>
          </p:cNvPr>
          <p:cNvSpPr>
            <a:spLocks/>
          </p:cNvSpPr>
          <p:nvPr>
            <p:custDataLst>
              <p:tags r:id="rId81"/>
            </p:custDataLst>
          </p:nvPr>
        </p:nvSpPr>
        <p:spPr bwMode="gray">
          <a:xfrm>
            <a:off x="8345488" y="5418138"/>
            <a:ext cx="287338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0.2m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E5262022-20EC-7D40-A75E-14187A9CD235}"/>
              </a:ext>
            </a:extLst>
          </p:cNvPr>
          <p:cNvSpPr>
            <a:spLocks/>
          </p:cNvSpPr>
          <p:nvPr>
            <p:custDataLst>
              <p:tags r:id="rId82"/>
            </p:custDataLst>
          </p:nvPr>
        </p:nvSpPr>
        <p:spPr bwMode="gray">
          <a:xfrm>
            <a:off x="8664575" y="5411788"/>
            <a:ext cx="26352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0.1m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E5262022-20EC-7D40-A75E-14187A9CD235}"/>
              </a:ext>
            </a:extLst>
          </p:cNvPr>
          <p:cNvSpPr>
            <a:spLocks/>
          </p:cNvSpPr>
          <p:nvPr>
            <p:custDataLst>
              <p:tags r:id="rId83"/>
            </p:custDataLst>
          </p:nvPr>
        </p:nvSpPr>
        <p:spPr bwMode="gray">
          <a:xfrm>
            <a:off x="8972550" y="5407025"/>
            <a:ext cx="26352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0.1m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E5262022-20EC-7D40-A75E-14187A9CD235}"/>
              </a:ext>
            </a:extLst>
          </p:cNvPr>
          <p:cNvSpPr>
            <a:spLocks/>
          </p:cNvSpPr>
          <p:nvPr>
            <p:custDataLst>
              <p:tags r:id="rId84"/>
            </p:custDataLst>
          </p:nvPr>
        </p:nvSpPr>
        <p:spPr bwMode="gray">
          <a:xfrm>
            <a:off x="9313863" y="4979988"/>
            <a:ext cx="19685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D5ED0B08-4F42-4E9B-8565-ECFB9D8631A9}" type="datetime'''''''5''''''''''''m''''''''''''''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5m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E5262022-20EC-7D40-A75E-14187A9CD235}"/>
              </a:ext>
            </a:extLst>
          </p:cNvPr>
          <p:cNvSpPr>
            <a:spLocks/>
          </p:cNvSpPr>
          <p:nvPr>
            <p:custDataLst>
              <p:tags r:id="rId85"/>
            </p:custDataLst>
          </p:nvPr>
        </p:nvSpPr>
        <p:spPr bwMode="gray">
          <a:xfrm>
            <a:off x="9601200" y="4979988"/>
            <a:ext cx="2397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777EA57C-8989-490C-952F-6C71E352CC88}" type="datetime'''''''''''''''''''''''''''''''''''''''12m'">
              <a:rPr kumimoji="0" lang="en-US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12m</a:t>
            </a:fld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ED98CFC7-29D7-F399-ECD4-0C9C75AAEA39}"/>
              </a:ext>
            </a:extLst>
          </p:cNvPr>
          <p:cNvCxnSpPr/>
          <p:nvPr>
            <p:custDataLst>
              <p:tags r:id="rId86"/>
            </p:custDataLst>
          </p:nvPr>
        </p:nvCxnSpPr>
        <p:spPr bwMode="gray">
          <a:xfrm>
            <a:off x="8266113" y="3257550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1" name="Straight Connector 420">
            <a:extLst>
              <a:ext uri="{FF2B5EF4-FFF2-40B4-BE49-F238E27FC236}">
                <a16:creationId xmlns:a16="http://schemas.microsoft.com/office/drawing/2014/main" id="{29D38706-C3C9-CF01-ACA9-937D41A422BC}"/>
              </a:ext>
            </a:extLst>
          </p:cNvPr>
          <p:cNvCxnSpPr/>
          <p:nvPr>
            <p:custDataLst>
              <p:tags r:id="rId87"/>
            </p:custDataLst>
          </p:nvPr>
        </p:nvCxnSpPr>
        <p:spPr bwMode="gray">
          <a:xfrm>
            <a:off x="8574088" y="3201988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2" name="Straight Connector 421">
            <a:extLst>
              <a:ext uri="{FF2B5EF4-FFF2-40B4-BE49-F238E27FC236}">
                <a16:creationId xmlns:a16="http://schemas.microsoft.com/office/drawing/2014/main" id="{C0689E2C-C62B-B30C-D94C-EF7579730DBA}"/>
              </a:ext>
            </a:extLst>
          </p:cNvPr>
          <p:cNvCxnSpPr/>
          <p:nvPr>
            <p:custDataLst>
              <p:tags r:id="rId88"/>
            </p:custDataLst>
          </p:nvPr>
        </p:nvCxnSpPr>
        <p:spPr bwMode="gray">
          <a:xfrm>
            <a:off x="8882063" y="3195638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1D2B9397-03D2-2325-DBEB-8439ED421044}"/>
              </a:ext>
            </a:extLst>
          </p:cNvPr>
          <p:cNvCxnSpPr/>
          <p:nvPr>
            <p:custDataLst>
              <p:tags r:id="rId89"/>
            </p:custDataLst>
          </p:nvPr>
        </p:nvCxnSpPr>
        <p:spPr bwMode="gray">
          <a:xfrm>
            <a:off x="9190038" y="3187700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4" name="Straight Connector 423">
            <a:extLst>
              <a:ext uri="{FF2B5EF4-FFF2-40B4-BE49-F238E27FC236}">
                <a16:creationId xmlns:a16="http://schemas.microsoft.com/office/drawing/2014/main" id="{6560CF39-22CD-2120-08A0-608EFEDC8DD9}"/>
              </a:ext>
            </a:extLst>
          </p:cNvPr>
          <p:cNvCxnSpPr/>
          <p:nvPr>
            <p:custDataLst>
              <p:tags r:id="rId90"/>
            </p:custDataLst>
          </p:nvPr>
        </p:nvCxnSpPr>
        <p:spPr bwMode="gray">
          <a:xfrm>
            <a:off x="9498013" y="280987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1" name="Rectangle 480">
            <a:extLst>
              <a:ext uri="{FF2B5EF4-FFF2-40B4-BE49-F238E27FC236}">
                <a16:creationId xmlns:a16="http://schemas.microsoft.com/office/drawing/2014/main" id="{91F88F41-7B2D-97AC-EE11-5E5082A018DD}"/>
              </a:ext>
            </a:extLst>
          </p:cNvPr>
          <p:cNvSpPr/>
          <p:nvPr>
            <p:custDataLst>
              <p:tags r:id="rId91"/>
            </p:custDataLst>
          </p:nvPr>
        </p:nvSpPr>
        <p:spPr bwMode="auto">
          <a:xfrm>
            <a:off x="8710613" y="3195638"/>
            <a:ext cx="171450" cy="6350"/>
          </a:xfrm>
          <a:prstGeom prst="rect">
            <a:avLst/>
          </a:prstGeom>
          <a:solidFill>
            <a:srgbClr val="D6A300"/>
          </a:solidFill>
          <a:ln w="952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6DEE7E9-1418-DE4D-578C-D1CCB5385DF5}"/>
              </a:ext>
            </a:extLst>
          </p:cNvPr>
          <p:cNvSpPr/>
          <p:nvPr>
            <p:custDataLst>
              <p:tags r:id="rId92"/>
            </p:custDataLst>
          </p:nvPr>
        </p:nvSpPr>
        <p:spPr bwMode="auto">
          <a:xfrm>
            <a:off x="9018588" y="3187700"/>
            <a:ext cx="171450" cy="7938"/>
          </a:xfrm>
          <a:prstGeom prst="rect">
            <a:avLst/>
          </a:prstGeom>
          <a:solidFill>
            <a:srgbClr val="6AA700"/>
          </a:solidFill>
          <a:ln w="952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22334B90-379F-7546-B69C-4CC2CC8179FB}"/>
              </a:ext>
            </a:extLst>
          </p:cNvPr>
          <p:cNvGraphicFramePr/>
          <p:nvPr>
            <p:custDataLst>
              <p:tags r:id="rId93"/>
            </p:custDataLst>
          </p:nvPr>
        </p:nvGraphicFramePr>
        <p:xfrm>
          <a:off x="7943850" y="2727325"/>
          <a:ext cx="2012950" cy="1401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5"/>
          </a:graphicData>
        </a:graphic>
      </p:graphicFrame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B2C29587-79EA-C1AF-A196-6B9C518CD242}"/>
              </a:ext>
            </a:extLst>
          </p:cNvPr>
          <p:cNvCxnSpPr>
            <a:cxnSpLocks/>
          </p:cNvCxnSpPr>
          <p:nvPr>
            <p:custDataLst>
              <p:tags r:id="rId94"/>
            </p:custDataLst>
          </p:nvPr>
        </p:nvCxnSpPr>
        <p:spPr bwMode="gray">
          <a:xfrm flipH="1" flipV="1">
            <a:off x="9783763" y="2825750"/>
            <a:ext cx="34925" cy="36513"/>
          </a:xfrm>
          <a:prstGeom prst="line">
            <a:avLst/>
          </a:prstGeom>
          <a:ln w="635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405DF6A7-33F8-BB3E-C402-98C5284D9905}"/>
              </a:ext>
            </a:extLst>
          </p:cNvPr>
          <p:cNvCxnSpPr>
            <a:cxnSpLocks/>
          </p:cNvCxnSpPr>
          <p:nvPr>
            <p:custDataLst>
              <p:tags r:id="rId95"/>
            </p:custDataLst>
          </p:nvPr>
        </p:nvCxnSpPr>
        <p:spPr bwMode="gray">
          <a:xfrm flipH="1">
            <a:off x="9783763" y="3240088"/>
            <a:ext cx="34925" cy="0"/>
          </a:xfrm>
          <a:prstGeom prst="line">
            <a:avLst/>
          </a:prstGeom>
          <a:ln w="635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59A7A99C-C516-F779-1623-C1E009BEA38B}"/>
              </a:ext>
            </a:extLst>
          </p:cNvPr>
          <p:cNvCxnSpPr>
            <a:cxnSpLocks/>
          </p:cNvCxnSpPr>
          <p:nvPr>
            <p:custDataLst>
              <p:tags r:id="rId96"/>
            </p:custDataLst>
          </p:nvPr>
        </p:nvCxnSpPr>
        <p:spPr bwMode="gray">
          <a:xfrm flipH="1">
            <a:off x="9783763" y="3843338"/>
            <a:ext cx="34925" cy="0"/>
          </a:xfrm>
          <a:prstGeom prst="line">
            <a:avLst/>
          </a:prstGeom>
          <a:ln w="635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9" name="Text Placeholder 2">
            <a:extLst>
              <a:ext uri="{FF2B5EF4-FFF2-40B4-BE49-F238E27FC236}">
                <a16:creationId xmlns:a16="http://schemas.microsoft.com/office/drawing/2014/main" id="{9C57C2CD-5A73-1961-EC0A-99FF5DDCF2A4}"/>
              </a:ext>
            </a:extLst>
          </p:cNvPr>
          <p:cNvSpPr>
            <a:spLocks/>
          </p:cNvSpPr>
          <p:nvPr>
            <p:custDataLst>
              <p:tags r:id="rId97"/>
            </p:custDataLst>
          </p:nvPr>
        </p:nvSpPr>
        <p:spPr bwMode="auto">
          <a:xfrm>
            <a:off x="8032750" y="4076700"/>
            <a:ext cx="2968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111294D-428E-46D0-87FB-95C86FF9328D}" type="datetime'''''R''''etai''''''''l'''' ''''''''As''s''''''''''''et''''s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Retail Assets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0" name="Text Placeholder 2">
            <a:extLst>
              <a:ext uri="{FF2B5EF4-FFF2-40B4-BE49-F238E27FC236}">
                <a16:creationId xmlns:a16="http://schemas.microsoft.com/office/drawing/2014/main" id="{960566BF-EDFA-4CF1-2AF5-DD65F403456B}"/>
              </a:ext>
            </a:extLst>
          </p:cNvPr>
          <p:cNvSpPr>
            <a:spLocks/>
          </p:cNvSpPr>
          <p:nvPr>
            <p:custDataLst>
              <p:tags r:id="rId98"/>
            </p:custDataLst>
          </p:nvPr>
        </p:nvSpPr>
        <p:spPr bwMode="auto">
          <a:xfrm>
            <a:off x="8350250" y="4076700"/>
            <a:ext cx="2778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1FC19B6-0168-4398-BD2B-FF1877C4454D}" type="datetime'M''''''''''''a''''rk''''e''&#10;t''''''''''''''''''''''i''ng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Marke
ting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1" name="Text Placeholder 2">
            <a:extLst>
              <a:ext uri="{FF2B5EF4-FFF2-40B4-BE49-F238E27FC236}">
                <a16:creationId xmlns:a16="http://schemas.microsoft.com/office/drawing/2014/main" id="{866AC704-2D1D-34F3-5DD7-6336A97B9CBE}"/>
              </a:ext>
            </a:extLst>
          </p:cNvPr>
          <p:cNvSpPr>
            <a:spLocks/>
          </p:cNvSpPr>
          <p:nvPr>
            <p:custDataLst>
              <p:tags r:id="rId99"/>
            </p:custDataLst>
          </p:nvPr>
        </p:nvSpPr>
        <p:spPr bwMode="auto">
          <a:xfrm>
            <a:off x="8659812" y="4076700"/>
            <a:ext cx="2746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C813544-0651-4234-9FE3-1B913E3471E0}" type="datetime'''''Lo''''''''g''. &amp;'''''''''''' F''ue''''l''''''''''''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Log. &amp; Fuel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2" name="Text Placeholder 2">
            <a:extLst>
              <a:ext uri="{FF2B5EF4-FFF2-40B4-BE49-F238E27FC236}">
                <a16:creationId xmlns:a16="http://schemas.microsoft.com/office/drawing/2014/main" id="{15623FC4-A41B-E1BD-1AB3-206B924DD0FE}"/>
              </a:ext>
            </a:extLst>
          </p:cNvPr>
          <p:cNvSpPr>
            <a:spLocks/>
          </p:cNvSpPr>
          <p:nvPr>
            <p:custDataLst>
              <p:tags r:id="rId100"/>
            </p:custDataLst>
          </p:nvPr>
        </p:nvSpPr>
        <p:spPr bwMode="auto">
          <a:xfrm>
            <a:off x="8974138" y="4076700"/>
            <a:ext cx="2603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5F1D4E1-7E4E-4027-BA55-5783BAAC5B4D}" type="datetime'''C''o''''''nv. Re''t''''''''a''''''''''''''''i''''''''l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Conv. Retail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3" name="Text Placeholder 2">
            <a:extLst>
              <a:ext uri="{FF2B5EF4-FFF2-40B4-BE49-F238E27FC236}">
                <a16:creationId xmlns:a16="http://schemas.microsoft.com/office/drawing/2014/main" id="{FD4B7910-21F4-B1D0-EAC2-F8474A153FDF}"/>
              </a:ext>
            </a:extLst>
          </p:cNvPr>
          <p:cNvSpPr>
            <a:spLocks/>
          </p:cNvSpPr>
          <p:nvPr>
            <p:custDataLst>
              <p:tags r:id="rId101"/>
            </p:custDataLst>
          </p:nvPr>
        </p:nvSpPr>
        <p:spPr bwMode="auto">
          <a:xfrm>
            <a:off x="9258301" y="4076701"/>
            <a:ext cx="307975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5226B37-4D9B-4A59-8682-07739D44D4C3}" type="datetime'''''''''''''''''''''''''Ot''''''''''h''''''''''''''''''''ers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Others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4" name="Text Placeholder 2">
            <a:extLst>
              <a:ext uri="{FF2B5EF4-FFF2-40B4-BE49-F238E27FC236}">
                <a16:creationId xmlns:a16="http://schemas.microsoft.com/office/drawing/2014/main" id="{CC3A28F6-D76E-A10C-9CFD-CCDDB05DAC23}"/>
              </a:ext>
            </a:extLst>
          </p:cNvPr>
          <p:cNvSpPr>
            <a:spLocks/>
          </p:cNvSpPr>
          <p:nvPr>
            <p:custDataLst>
              <p:tags r:id="rId102"/>
            </p:custDataLst>
          </p:nvPr>
        </p:nvSpPr>
        <p:spPr bwMode="gray">
          <a:xfrm>
            <a:off x="9818688" y="2809875"/>
            <a:ext cx="258763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0.4m</a:t>
            </a:r>
            <a:endParaRPr kumimoji="0" lang="en-DE" altLang="en-US" sz="7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5" name="Text Placeholder 2">
            <a:extLst>
              <a:ext uri="{FF2B5EF4-FFF2-40B4-BE49-F238E27FC236}">
                <a16:creationId xmlns:a16="http://schemas.microsoft.com/office/drawing/2014/main" id="{9E0A6151-5369-CC3C-6757-5EF4D5AC8A33}"/>
              </a:ext>
            </a:extLst>
          </p:cNvPr>
          <p:cNvSpPr>
            <a:spLocks/>
          </p:cNvSpPr>
          <p:nvPr>
            <p:custDataLst>
              <p:tags r:id="rId103"/>
            </p:custDataLst>
          </p:nvPr>
        </p:nvSpPr>
        <p:spPr bwMode="gray">
          <a:xfrm>
            <a:off x="9818688" y="3187700"/>
            <a:ext cx="187325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5526B8B-E39F-4CB0-941E-C48F20A780F8}" type="datetime'''''''''''''''1''''''''''''''''''''''''1''m'''''''''">
              <a:rPr kumimoji="0" lang="en-GB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8EDF00">
                    <a:lumMod val="75000"/>
                  </a:srgbClr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11m</a:t>
            </a:fld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srgbClr val="8EDF00">
                  <a:lumMod val="75000"/>
                </a:srgbClr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6" name="Text Placeholder 2">
            <a:extLst>
              <a:ext uri="{FF2B5EF4-FFF2-40B4-BE49-F238E27FC236}">
                <a16:creationId xmlns:a16="http://schemas.microsoft.com/office/drawing/2014/main" id="{62D5995C-0ACE-2740-69EF-C367F9998088}"/>
              </a:ext>
            </a:extLst>
          </p:cNvPr>
          <p:cNvSpPr>
            <a:spLocks/>
          </p:cNvSpPr>
          <p:nvPr>
            <p:custDataLst>
              <p:tags r:id="rId104"/>
            </p:custDataLst>
          </p:nvPr>
        </p:nvSpPr>
        <p:spPr bwMode="gray">
          <a:xfrm>
            <a:off x="9818688" y="3790950"/>
            <a:ext cx="177800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4E5BE0B-3685-4FCD-813D-D849DC7C4BC9}" type="datetime'''''''''''''''''''''''''''''6''''''''''m'''''''''''">
              <a:rPr kumimoji="0" lang="en-GB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6m</a:t>
            </a:fld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7" name="Text Placeholder 2">
            <a:extLst>
              <a:ext uri="{FF2B5EF4-FFF2-40B4-BE49-F238E27FC236}">
                <a16:creationId xmlns:a16="http://schemas.microsoft.com/office/drawing/2014/main" id="{03221D79-EF4F-EC5B-CE15-35EBB55A8FF9}"/>
              </a:ext>
            </a:extLst>
          </p:cNvPr>
          <p:cNvSpPr>
            <a:spLocks/>
          </p:cNvSpPr>
          <p:nvPr>
            <p:custDataLst>
              <p:tags r:id="rId105"/>
            </p:custDataLst>
          </p:nvPr>
        </p:nvSpPr>
        <p:spPr bwMode="auto">
          <a:xfrm>
            <a:off x="9609138" y="4076701"/>
            <a:ext cx="223838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F1C0D21-7E76-4A2F-BA87-B85AA80F8CFE}" type="datetime'To''''''''t''''''''''''''''''''''''''''''a''''l''''''''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Total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E5262022-20EC-7D40-A75E-14187A9CD235}"/>
              </a:ext>
            </a:extLst>
          </p:cNvPr>
          <p:cNvSpPr>
            <a:spLocks/>
          </p:cNvSpPr>
          <p:nvPr>
            <p:custDataLst>
              <p:tags r:id="rId106"/>
            </p:custDataLst>
          </p:nvPr>
        </p:nvSpPr>
        <p:spPr bwMode="gray">
          <a:xfrm>
            <a:off x="8077200" y="3122613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DE90DFB2-CDA8-4EFB-A25D-F7C80506CB6B}" type="datetime'''11''''''''''''''''''''''''''''''''''''''''''''''''m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11m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E5262022-20EC-7D40-A75E-14187A9CD235}"/>
              </a:ext>
            </a:extLst>
          </p:cNvPr>
          <p:cNvSpPr>
            <a:spLocks/>
          </p:cNvSpPr>
          <p:nvPr>
            <p:custDataLst>
              <p:tags r:id="rId107"/>
            </p:custDataLst>
          </p:nvPr>
        </p:nvSpPr>
        <p:spPr bwMode="gray">
          <a:xfrm>
            <a:off x="8402638" y="3067050"/>
            <a:ext cx="17145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F0ACC795-717D-439F-A557-70412A5B58F3}" type="datetime'''''1''m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1m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E5262022-20EC-7D40-A75E-14187A9CD235}"/>
              </a:ext>
            </a:extLst>
          </p:cNvPr>
          <p:cNvSpPr>
            <a:spLocks/>
          </p:cNvSpPr>
          <p:nvPr>
            <p:custDataLst>
              <p:tags r:id="rId108"/>
            </p:custDataLst>
          </p:nvPr>
        </p:nvSpPr>
        <p:spPr bwMode="gray">
          <a:xfrm>
            <a:off x="8664575" y="3060700"/>
            <a:ext cx="26352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0.1m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E5262022-20EC-7D40-A75E-14187A9CD235}"/>
              </a:ext>
            </a:extLst>
          </p:cNvPr>
          <p:cNvSpPr>
            <a:spLocks/>
          </p:cNvSpPr>
          <p:nvPr>
            <p:custDataLst>
              <p:tags r:id="rId109"/>
            </p:custDataLst>
          </p:nvPr>
        </p:nvSpPr>
        <p:spPr bwMode="gray">
          <a:xfrm>
            <a:off x="8972550" y="3052763"/>
            <a:ext cx="26352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0.1m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E5262022-20EC-7D40-A75E-14187A9CD235}"/>
              </a:ext>
            </a:extLst>
          </p:cNvPr>
          <p:cNvSpPr>
            <a:spLocks/>
          </p:cNvSpPr>
          <p:nvPr>
            <p:custDataLst>
              <p:tags r:id="rId110"/>
            </p:custDataLst>
          </p:nvPr>
        </p:nvSpPr>
        <p:spPr bwMode="gray">
          <a:xfrm>
            <a:off x="9313863" y="2674938"/>
            <a:ext cx="19685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D56FB6ED-5FFB-4E62-9A77-BC16A70DF9DF}" type="datetime'''''''''''5''''''''''''''''''''''''''m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5m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E5262022-20EC-7D40-A75E-14187A9CD235}"/>
              </a:ext>
            </a:extLst>
          </p:cNvPr>
          <p:cNvSpPr>
            <a:spLocks/>
          </p:cNvSpPr>
          <p:nvPr>
            <p:custDataLst>
              <p:tags r:id="rId111"/>
            </p:custDataLst>
          </p:nvPr>
        </p:nvSpPr>
        <p:spPr bwMode="gray">
          <a:xfrm>
            <a:off x="9605963" y="2674938"/>
            <a:ext cx="230188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86B14599-FC3D-4E48-88E1-2EDDDAC4C459}" type="datetime'''1''7''''''''m'''''''''''''''''''''''''''''''''''''''">
              <a:rPr kumimoji="0" lang="en-US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17m</a:t>
            </a:fld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02" name="Speech Bubble: Rectangle with Corners Rounded 501">
            <a:extLst>
              <a:ext uri="{FF2B5EF4-FFF2-40B4-BE49-F238E27FC236}">
                <a16:creationId xmlns:a16="http://schemas.microsoft.com/office/drawing/2014/main" id="{A81F5A35-DF52-7E5E-7B48-DE90077465B9}"/>
              </a:ext>
            </a:extLst>
          </p:cNvPr>
          <p:cNvSpPr/>
          <p:nvPr/>
        </p:nvSpPr>
        <p:spPr>
          <a:xfrm>
            <a:off x="9561776" y="2485775"/>
            <a:ext cx="684213" cy="144000"/>
          </a:xfrm>
          <a:prstGeom prst="wedgeRoundRectCallout">
            <a:avLst>
              <a:gd name="adj1" fmla="val 7748"/>
              <a:gd name="adj2" fmla="val 104500"/>
              <a:gd name="adj3" fmla="val 16667"/>
            </a:avLst>
          </a:prstGeom>
          <a:solidFill>
            <a:srgbClr val="004F00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17% of</a:t>
            </a:r>
            <a:r>
              <a:rPr kumimoji="0" lang="en-DE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</a:t>
            </a: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3m</a:t>
            </a: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B97E315F-1C3E-D211-D0A7-61B859FDCAA4}"/>
              </a:ext>
            </a:extLst>
          </p:cNvPr>
          <p:cNvSpPr/>
          <p:nvPr/>
        </p:nvSpPr>
        <p:spPr>
          <a:xfrm>
            <a:off x="508157" y="2851632"/>
            <a:ext cx="1116000" cy="316800"/>
          </a:xfrm>
          <a:prstGeom prst="wedgeRoundRectCallout">
            <a:avLst>
              <a:gd name="adj1" fmla="val 25062"/>
              <a:gd name="adj2" fmla="val 62990"/>
              <a:gd name="adj3" fmla="val 16667"/>
            </a:avLst>
          </a:prstGeom>
          <a:solidFill>
            <a:srgbClr val="D6A300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Pipeline</a:t>
            </a:r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Apr </a:t>
            </a:r>
            <a:r>
              <a:rPr kumimoji="0" lang="en-DE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Total</a:t>
            </a:r>
            <a:r>
              <a:rPr kumimoji="0" lang="en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: </a:t>
            </a:r>
            <a: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125m (# 301)</a:t>
            </a:r>
            <a:b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</a:br>
            <a:r>
              <a:rPr kumimoji="0" lang="en-GB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Mar Total: 136m (# 301)</a:t>
            </a:r>
            <a:endParaRPr kumimoji="0" lang="en-GB" sz="7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C4E6C3E3-5CF5-C0D5-30F1-4C428B1C7DE2}"/>
              </a:ext>
            </a:extLst>
          </p:cNvPr>
          <p:cNvSpPr/>
          <p:nvPr/>
        </p:nvSpPr>
        <p:spPr>
          <a:xfrm>
            <a:off x="5795975" y="2506935"/>
            <a:ext cx="1116000" cy="316800"/>
          </a:xfrm>
          <a:prstGeom prst="wedgeRoundRectCallout">
            <a:avLst>
              <a:gd name="adj1" fmla="val 16603"/>
              <a:gd name="adj2" fmla="val 67468"/>
              <a:gd name="adj3" fmla="val 16667"/>
            </a:avLst>
          </a:prstGeom>
          <a:solidFill>
            <a:srgbClr val="004F00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Completed</a:t>
            </a:r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Apr Total</a:t>
            </a:r>
            <a:r>
              <a:rPr kumimoji="0" lang="en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: </a:t>
            </a:r>
            <a:r>
              <a:rPr kumimoji="0" lang="de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3</a:t>
            </a:r>
            <a: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 (# 4)</a:t>
            </a:r>
            <a:b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</a:br>
            <a:r>
              <a:rPr kumimoji="0" lang="en-GB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Mar Total: </a:t>
            </a:r>
            <a:r>
              <a:rPr kumimoji="0" lang="en-DE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2</a:t>
            </a:r>
            <a:r>
              <a:rPr kumimoji="0" lang="en-GB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 (# 3)</a:t>
            </a:r>
            <a:endParaRPr kumimoji="0" lang="en-GB" sz="700" b="0" i="1" u="none" strike="noStrike" kern="1200" cap="none" spc="-1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4C64E1A8-0600-5A61-36AB-06D98AD012E7}"/>
              </a:ext>
            </a:extLst>
          </p:cNvPr>
          <p:cNvGraphicFramePr/>
          <p:nvPr>
            <p:custDataLst>
              <p:tags r:id="rId112"/>
            </p:custDataLst>
          </p:nvPr>
        </p:nvGraphicFramePr>
        <p:xfrm>
          <a:off x="3546475" y="5299075"/>
          <a:ext cx="1044575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6"/>
          </a:graphicData>
        </a:graphic>
      </p:graphicFrame>
      <p:sp>
        <p:nvSpPr>
          <p:cNvPr id="456" name="Arc 455">
            <a:extLst>
              <a:ext uri="{FF2B5EF4-FFF2-40B4-BE49-F238E27FC236}">
                <a16:creationId xmlns:a16="http://schemas.microsoft.com/office/drawing/2014/main" id="{0142E2F5-D1D3-C9A2-8D81-FFB69F24A48F}"/>
              </a:ext>
            </a:extLst>
          </p:cNvPr>
          <p:cNvSpPr/>
          <p:nvPr>
            <p:custDataLst>
              <p:tags r:id="rId113"/>
            </p:custDataLst>
          </p:nvPr>
        </p:nvSpPr>
        <p:spPr bwMode="gray">
          <a:xfrm>
            <a:off x="3702050" y="5381625"/>
            <a:ext cx="733424" cy="733424"/>
          </a:xfrm>
          <a:prstGeom prst="arc">
            <a:avLst>
              <a:gd name="adj1" fmla="val 234"/>
              <a:gd name="adj2" fmla="val 0"/>
            </a:avLst>
          </a:prstGeom>
          <a:noFill/>
          <a:ln w="9525" cap="flat" cmpd="sng" algn="ctr">
            <a:solidFill>
              <a:srgbClr val="B2B2B2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505" name="Text Placeholder 2">
            <a:extLst>
              <a:ext uri="{FF2B5EF4-FFF2-40B4-BE49-F238E27FC236}">
                <a16:creationId xmlns:a16="http://schemas.microsoft.com/office/drawing/2014/main" id="{C455FBBA-4F2B-DCBF-7B2E-8BD98574C22D}"/>
              </a:ext>
            </a:extLst>
          </p:cNvPr>
          <p:cNvSpPr>
            <a:spLocks/>
          </p:cNvSpPr>
          <p:nvPr>
            <p:custDataLst>
              <p:tags r:id="rId114"/>
            </p:custDataLst>
          </p:nvPr>
        </p:nvSpPr>
        <p:spPr bwMode="auto">
          <a:xfrm>
            <a:off x="3433763" y="5586413"/>
            <a:ext cx="2174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D1F02EE-63D4-4943-94B9-4188A0C1323A}" type="datetime' ''''''''''2''''''''''''''''''m'''''''' 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2m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3</a:t>
            </a:r>
          </a:p>
        </p:txBody>
      </p:sp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4533048B-CEB0-AD50-8D23-9E9EC9963500}"/>
              </a:ext>
            </a:extLst>
          </p:cNvPr>
          <p:cNvSpPr/>
          <p:nvPr/>
        </p:nvSpPr>
        <p:spPr>
          <a:xfrm>
            <a:off x="2443975" y="2689450"/>
            <a:ext cx="1116000" cy="316800"/>
          </a:xfrm>
          <a:prstGeom prst="wedgeRoundRectCallout">
            <a:avLst>
              <a:gd name="adj1" fmla="val 23655"/>
              <a:gd name="adj2" fmla="val 68246"/>
              <a:gd name="adj3" fmla="val 16667"/>
            </a:avLst>
          </a:prstGeom>
          <a:solidFill>
            <a:schemeClr val="accent2">
              <a:lumMod val="75000"/>
            </a:schemeClr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In-flight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Apr </a:t>
            </a:r>
            <a:r>
              <a:rPr kumimoji="0" lang="en-DE" sz="700" b="1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Total</a:t>
            </a:r>
            <a:r>
              <a:rPr kumimoji="0" lang="en-DE" sz="700" b="0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:</a:t>
            </a:r>
            <a:r>
              <a:rPr kumimoji="0" lang="de-DE" sz="700" b="0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</a:t>
            </a:r>
            <a:r>
              <a:rPr kumimoji="0" lang="en-GB" sz="700" b="0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107m </a:t>
            </a:r>
            <a:r>
              <a:rPr kumimoji="0" lang="en-DE" sz="700" b="0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(</a:t>
            </a:r>
            <a:r>
              <a:rPr kumimoji="0" lang="en-GB" sz="700" b="0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44</a:t>
            </a:r>
            <a:r>
              <a:rPr kumimoji="0" lang="en-DE" sz="700" b="0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)</a:t>
            </a:r>
            <a:br>
              <a:rPr kumimoji="0" lang="en-GB" sz="700" b="0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</a:br>
            <a:r>
              <a:rPr kumimoji="0" lang="en-GB" sz="600" b="0" i="1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Mar Total:  87m (# 44)</a:t>
            </a:r>
          </a:p>
        </p:txBody>
      </p:sp>
    </p:spTree>
    <p:extLst>
      <p:ext uri="{BB962C8B-B14F-4D97-AF65-F5344CB8AC3E}">
        <p14:creationId xmlns:p14="http://schemas.microsoft.com/office/powerpoint/2010/main" val="2424023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B37F4-14D1-E70A-FF79-36E277E74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44E36A9-433C-0003-D506-A54CC08A92F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5" imgW="512" imgH="511" progId="TCLayout.ActiveDocument.1">
                  <p:embed/>
                </p:oleObj>
              </mc:Choice>
              <mc:Fallback>
                <p:oleObj name="think-cell Slide" r:id="rId115" imgW="512" imgH="51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E36A9-433C-0003-D506-A54CC08A92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8319C56-CAC5-754D-8381-FDCF0456F35F}"/>
              </a:ext>
            </a:extLst>
          </p:cNvPr>
          <p:cNvSpPr txBox="1">
            <a:spLocks/>
          </p:cNvSpPr>
          <p:nvPr/>
        </p:nvSpPr>
        <p:spPr>
          <a:xfrm>
            <a:off x="7953142" y="1800225"/>
            <a:ext cx="2160000" cy="4716000"/>
          </a:xfrm>
          <a:prstGeom prst="roundRect">
            <a:avLst>
              <a:gd name="adj" fmla="val 2289"/>
            </a:avLst>
          </a:prstGeom>
          <a:solidFill>
            <a:srgbClr val="E1E3D6"/>
          </a:solidFill>
        </p:spPr>
        <p:txBody>
          <a:bodyPr vert="horz" lIns="0" tIns="180000" rIns="0" bIns="180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DE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Est.</a:t>
            </a: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 </a:t>
            </a:r>
            <a:r>
              <a:rPr kumimoji="0" lang="en-DE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Savings Potential</a:t>
            </a:r>
            <a:r>
              <a:rPr kumimoji="0" lang="en-DE" sz="1000" b="1" i="0" u="none" strike="noStrike" kern="1200" cap="none" spc="0" normalizeH="0" baseline="3000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1 </a:t>
            </a:r>
            <a:r>
              <a:rPr kumimoji="0" lang="en-DE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(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USD</a:t>
            </a:r>
            <a:r>
              <a:rPr kumimoji="0" lang="en-DE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)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" panose="020B0504010101010104" pitchFamily="34" charset="77"/>
              <a:ea typeface="bp Sans" panose="020B0504010101010104" pitchFamily="34" charset="77"/>
              <a:cs typeface="bp Sans" panose="020B0504010101010104" pitchFamily="34" charset="77"/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409194A3-77DC-5F5F-5D33-3A91F1F7EA60}"/>
              </a:ext>
            </a:extLst>
          </p:cNvPr>
          <p:cNvSpPr/>
          <p:nvPr/>
        </p:nvSpPr>
        <p:spPr>
          <a:xfrm>
            <a:off x="8007142" y="4789488"/>
            <a:ext cx="2052000" cy="1584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95D60C1B-8AE4-1592-44D0-45DA650CEF17}"/>
              </a:ext>
            </a:extLst>
          </p:cNvPr>
          <p:cNvSpPr/>
          <p:nvPr/>
        </p:nvSpPr>
        <p:spPr>
          <a:xfrm>
            <a:off x="8007142" y="2611438"/>
            <a:ext cx="2052000" cy="172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39" name="Content Placeholder 5">
            <a:extLst>
              <a:ext uri="{FF2B5EF4-FFF2-40B4-BE49-F238E27FC236}">
                <a16:creationId xmlns:a16="http://schemas.microsoft.com/office/drawing/2014/main" id="{3E4212DF-CEC9-FB39-82F5-33B2BB464E41}"/>
              </a:ext>
            </a:extLst>
          </p:cNvPr>
          <p:cNvSpPr txBox="1">
            <a:spLocks/>
          </p:cNvSpPr>
          <p:nvPr/>
        </p:nvSpPr>
        <p:spPr>
          <a:xfrm>
            <a:off x="341313" y="1800225"/>
            <a:ext cx="7452000" cy="4716000"/>
          </a:xfrm>
          <a:prstGeom prst="roundRect">
            <a:avLst>
              <a:gd name="adj" fmla="val 1439"/>
            </a:avLst>
          </a:prstGeom>
          <a:solidFill>
            <a:srgbClr val="E1E3D6"/>
          </a:solidFill>
        </p:spPr>
        <p:txBody>
          <a:bodyPr vert="horz" lIns="0" tIns="180000" rIns="0" bIns="180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DE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Progress Tracker </a:t>
            </a:r>
            <a:r>
              <a:rPr kumimoji="0" lang="en-DE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(USD &amp; # Contracts)</a:t>
            </a:r>
          </a:p>
        </p:txBody>
      </p:sp>
      <p:sp>
        <p:nvSpPr>
          <p:cNvPr id="27" name="Content Placeholder 5">
            <a:extLst>
              <a:ext uri="{FF2B5EF4-FFF2-40B4-BE49-F238E27FC236}">
                <a16:creationId xmlns:a16="http://schemas.microsoft.com/office/drawing/2014/main" id="{6936182B-690D-DD8D-ED77-CE86FA769656}"/>
              </a:ext>
            </a:extLst>
          </p:cNvPr>
          <p:cNvSpPr txBox="1">
            <a:spLocks/>
          </p:cNvSpPr>
          <p:nvPr/>
        </p:nvSpPr>
        <p:spPr>
          <a:xfrm>
            <a:off x="10233863" y="1800224"/>
            <a:ext cx="1620000" cy="4716000"/>
          </a:xfrm>
          <a:prstGeom prst="roundRect">
            <a:avLst>
              <a:gd name="adj" fmla="val 5545"/>
            </a:avLst>
          </a:prstGeom>
          <a:solidFill>
            <a:srgbClr val="E1E3D6"/>
          </a:solidFill>
        </p:spPr>
        <p:txBody>
          <a:bodyPr vert="horz" lIns="0" tIns="180000" rIns="0" bIns="180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DE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Support Needed</a:t>
            </a:r>
            <a:endParaRPr kumimoji="0" lang="en-DE" sz="1000" b="1" i="0" u="none" strike="noStrike" kern="1200" cap="none" spc="0" normalizeH="0" baseline="0" noProof="0">
              <a:ln>
                <a:noFill/>
              </a:ln>
              <a:solidFill>
                <a:srgbClr val="007F00"/>
              </a:solidFill>
              <a:effectLst/>
              <a:uLnTx/>
              <a:uFillTx/>
              <a:latin typeface="bp Sans" panose="020B0504010101010104" pitchFamily="34" charset="77"/>
              <a:ea typeface="bp Sans" panose="020B0504010101010104" pitchFamily="34" charset="77"/>
              <a:cs typeface="bp Sans" panose="020B0504010101010104" pitchFamily="34" charset="77"/>
            </a:endParaRP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 panose="020B0504010101010104" pitchFamily="34" charset="77"/>
              <a:ea typeface="bp Sans TT Medium" panose="020B0604020202020204" charset="0"/>
              <a:cs typeface="bp Sans TT Medium" panose="020B060402020202020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2EE43F8-F689-A211-6848-F949DD8DF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DE"/>
              <a:t>2026 Contract Hopper | </a:t>
            </a:r>
            <a:r>
              <a:rPr lang="en-GB"/>
              <a:t>M</a:t>
            </a:r>
            <a:r>
              <a:rPr lang="en-DE"/>
              <a:t>C</a:t>
            </a:r>
            <a:r>
              <a:rPr lang="en-GB"/>
              <a:t>&amp;</a:t>
            </a:r>
            <a:r>
              <a:rPr lang="en-DE"/>
              <a:t>M</a:t>
            </a:r>
            <a:r>
              <a:rPr lang="en-GB"/>
              <a:t> ASPAC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2296C7-179D-3CFE-7915-C3C3AC94C3C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106 Go-to-Market contracts ($ 184m) in 2026, of which 21 contracts ($ 44m) are in-flight or </a:t>
            </a:r>
            <a:br>
              <a:rPr lang="en-GB"/>
            </a:br>
            <a:r>
              <a:rPr lang="en-GB"/>
              <a:t>have been completed. The spend in value delivery is $ 1m with an average savings of 14%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1EBE6F-5C6B-F991-447F-8F70CD2F4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6EAE7-A19E-4D31-8DA8-3768B267B6B2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2C2D6-1111-EBD3-3F54-8162E7E2E0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180000" indent="-180000">
              <a:buAutoNum type="arabicParenR"/>
            </a:pPr>
            <a:r>
              <a:rPr lang="en-GB"/>
              <a:t>Saving based on </a:t>
            </a:r>
            <a:r>
              <a:rPr lang="en-DE"/>
              <a:t>Compass;</a:t>
            </a:r>
            <a:r>
              <a:rPr lang="en-GB"/>
              <a:t> otherwise</a:t>
            </a:r>
            <a:r>
              <a:rPr lang="en-DE"/>
              <a:t>,</a:t>
            </a:r>
            <a:r>
              <a:rPr lang="en-GB"/>
              <a:t> 5% </a:t>
            </a:r>
            <a:r>
              <a:rPr lang="en-DE"/>
              <a:t>savings on </a:t>
            </a:r>
            <a:r>
              <a:rPr lang="en-GB"/>
              <a:t>contract spend value</a:t>
            </a:r>
            <a:r>
              <a:rPr lang="en-DE"/>
              <a:t> assumed</a:t>
            </a:r>
          </a:p>
          <a:p>
            <a:pPr marL="180000"/>
            <a:r>
              <a:rPr lang="en-DE"/>
              <a:t>Colour Key: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A75D1-F6FE-DE8F-B570-01D5384764C7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bp</a:t>
            </a: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| May 20</a:t>
            </a:r>
            <a:r>
              <a:rPr kumimoji="0" lang="en-DE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26</a:t>
            </a: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|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0E9468-FE8F-C537-462A-3D581C9A67A6}"/>
              </a:ext>
            </a:extLst>
          </p:cNvPr>
          <p:cNvSpPr/>
          <p:nvPr/>
        </p:nvSpPr>
        <p:spPr>
          <a:xfrm>
            <a:off x="0" y="-3173"/>
            <a:ext cx="12192000" cy="288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2026 Contract Hopper – April 2026 Version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AD3937-BB97-FA66-5A24-FFA44819307D}"/>
              </a:ext>
            </a:extLst>
          </p:cNvPr>
          <p:cNvSpPr/>
          <p:nvPr/>
        </p:nvSpPr>
        <p:spPr>
          <a:xfrm>
            <a:off x="341313" y="2220027"/>
            <a:ext cx="7452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Stage</a:t>
            </a: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</a:t>
            </a: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Overview</a:t>
            </a: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CFA996-5D76-D679-BB23-C516A15DF332}"/>
              </a:ext>
            </a:extLst>
          </p:cNvPr>
          <p:cNvSpPr/>
          <p:nvPr/>
        </p:nvSpPr>
        <p:spPr>
          <a:xfrm>
            <a:off x="341313" y="4410603"/>
            <a:ext cx="7452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Split by </a:t>
            </a: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Category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6EC1CB8-0956-A2A0-E0F3-FF24B18F744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953142" y="2220027"/>
            <a:ext cx="2160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Ann. Impact</a:t>
            </a: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by Category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7601D81-7B75-BA2B-28F0-C4703DA1B842}"/>
              </a:ext>
            </a:extLst>
          </p:cNvPr>
          <p:cNvSpPr/>
          <p:nvPr/>
        </p:nvSpPr>
        <p:spPr>
          <a:xfrm>
            <a:off x="7953142" y="4410603"/>
            <a:ext cx="2160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2026 In-Year Impact by Category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C36314E-F88D-CE0B-04E5-95981EECBF2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32590" y="2611438"/>
            <a:ext cx="7282003" cy="172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Stage</a:t>
            </a: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1AD84CDA-BB5C-7521-CC96-73C1CDA136E4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1209675" y="3535363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E6CCEBD4-39BD-47D3-0D07-3AF65B84673F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2097088" y="3351213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448A938-9579-EED8-55D0-76C9A35F4674}"/>
              </a:ext>
            </a:extLst>
          </p:cNvPr>
          <p:cNvCxnSpPr/>
          <p:nvPr>
            <p:custDataLst>
              <p:tags r:id="rId7"/>
            </p:custDataLst>
          </p:nvPr>
        </p:nvCxnSpPr>
        <p:spPr bwMode="gray">
          <a:xfrm>
            <a:off x="2984500" y="3287713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C585D03-CFDA-D1B8-308F-775945E4B43B}"/>
              </a:ext>
            </a:extLst>
          </p:cNvPr>
          <p:cNvCxnSpPr/>
          <p:nvPr>
            <p:custDataLst>
              <p:tags r:id="rId8"/>
            </p:custDataLst>
          </p:nvPr>
        </p:nvCxnSpPr>
        <p:spPr bwMode="gray">
          <a:xfrm>
            <a:off x="3871913" y="3233738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6C8FA43-7F28-5192-2F75-85C95730DA2E}"/>
              </a:ext>
            </a:extLst>
          </p:cNvPr>
          <p:cNvCxnSpPr/>
          <p:nvPr>
            <p:custDataLst>
              <p:tags r:id="rId9"/>
            </p:custDataLst>
          </p:nvPr>
        </p:nvCxnSpPr>
        <p:spPr bwMode="gray">
          <a:xfrm>
            <a:off x="4757738" y="3201988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6B3E2BB-FCF1-BAEE-8C7A-F257442BA4EE}"/>
              </a:ext>
            </a:extLst>
          </p:cNvPr>
          <p:cNvCxnSpPr/>
          <p:nvPr>
            <p:custDataLst>
              <p:tags r:id="rId10"/>
            </p:custDataLst>
          </p:nvPr>
        </p:nvCxnSpPr>
        <p:spPr bwMode="gray">
          <a:xfrm>
            <a:off x="5645150" y="3186113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62FC7895-D065-2899-5460-2C47B3EC8839}"/>
              </a:ext>
            </a:extLst>
          </p:cNvPr>
          <p:cNvCxnSpPr/>
          <p:nvPr>
            <p:custDataLst>
              <p:tags r:id="rId11"/>
            </p:custDataLst>
          </p:nvPr>
        </p:nvCxnSpPr>
        <p:spPr bwMode="gray">
          <a:xfrm>
            <a:off x="6532563" y="3184525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9B7F676-C2F7-E7A6-4B7C-76C7CCA08B04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6038850" y="3184525"/>
            <a:ext cx="493713" cy="1588"/>
          </a:xfrm>
          <a:prstGeom prst="rect">
            <a:avLst/>
          </a:prstGeom>
          <a:solidFill>
            <a:schemeClr val="accent3"/>
          </a:solidFill>
          <a:ln w="952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927F6040-0B38-B21A-BA2F-1D8EF241F290}"/>
              </a:ext>
            </a:extLst>
          </p:cNvPr>
          <p:cNvGraphicFramePr/>
          <p:nvPr>
            <p:custDataLst>
              <p:tags r:id="rId13"/>
            </p:custDataLst>
          </p:nvPr>
        </p:nvGraphicFramePr>
        <p:xfrm>
          <a:off x="436563" y="3101975"/>
          <a:ext cx="7262812" cy="855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7"/>
          </a:graphicData>
        </a:graphic>
      </p:graphicFrame>
      <p:sp>
        <p:nvSpPr>
          <p:cNvPr id="98" name="Text Placeholder 2">
            <a:extLst>
              <a:ext uri="{FF2B5EF4-FFF2-40B4-BE49-F238E27FC236}">
                <a16:creationId xmlns:a16="http://schemas.microsoft.com/office/drawing/2014/main" id="{061676F3-9EF9-4EDD-A8DC-B534CA098660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557213" y="3908425"/>
            <a:ext cx="8112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55948F1-6383-49B6-80A6-6EDD9597A45D}" type="datetime'''1.'' In re''view'''''''' t''o be tak''en ''to ''marke''t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1. In review to be taken to market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99" name="Text Placeholder 2">
            <a:extLst>
              <a:ext uri="{FF2B5EF4-FFF2-40B4-BE49-F238E27FC236}">
                <a16:creationId xmlns:a16="http://schemas.microsoft.com/office/drawing/2014/main" id="{DF6B57E3-AB1D-654C-D027-46790CCD9F18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1571625" y="3908425"/>
            <a:ext cx="557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5F75025-81D2-4F33-A7EF-0E06F4B8E040}" type="datetime'2''''. ''Cont''''rac''t con''''fir''med&#10;f''or'' bid''''din''g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2. Contract confirmed
for bidding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1" name="Text Placeholder 2">
            <a:extLst>
              <a:ext uri="{FF2B5EF4-FFF2-40B4-BE49-F238E27FC236}">
                <a16:creationId xmlns:a16="http://schemas.microsoft.com/office/drawing/2014/main" id="{3AFC9EDA-7FBC-BB0B-C8C1-84D693651A7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2322513" y="3908425"/>
            <a:ext cx="828675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0817367-BB72-4EC6-84EA-29A4A58E2F8A}" type="datetime'''3''''''''. ''Sc''''op''''''''''''''e'' ''d''ef''i''''n''ed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3. Scope defined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4" name="Text Placeholder 2">
            <a:extLst>
              <a:ext uri="{FF2B5EF4-FFF2-40B4-BE49-F238E27FC236}">
                <a16:creationId xmlns:a16="http://schemas.microsoft.com/office/drawing/2014/main" id="{F0570BA7-8F29-FBA7-004E-5B7762EB04E0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3340100" y="3908425"/>
            <a:ext cx="5683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DDDDC39-182E-4347-A4A9-5B16438974BD}" type="datetime'4''. Te''nder&#10;''''i''''''''''''''''n p''r''og''re''s''s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4. Tender
in progress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E3841846-0467-1879-E41A-3431D09E4E3B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4194175" y="3908425"/>
            <a:ext cx="635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D4F9098-BCA2-4E95-A087-5E7916A32BE6}" type="datetime'''5''.'''' ''Te''nd''''er&#10;i''''n'' eval''''''''uat''ion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5. Tender
in evaluation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55D74510-6572-078E-53FA-0518E5BEFF7A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5197475" y="3908425"/>
            <a:ext cx="4016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3280EEA-736B-4BA3-9CBA-5FCE2BC412D9}" type="datetime'''''6''''''''.'' C''on-''''&#10;''''''trac''ti''''n''''''''''g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6. Con-
tracting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462D0AF7-1FA4-F3F9-DD15-CF3CC7AD071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5880100" y="3908425"/>
            <a:ext cx="811213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5693ED4-C4A9-4672-8AC2-3E1AB63B3A0D}" type="datetime'7. V''''''a''''lue'''''' ''''''D''''el''i''ve''''r''''y''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7. Value Delivery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2AA53DF1-CE9F-3933-21F7-DA6FDBBA208B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7045325" y="3908425"/>
            <a:ext cx="25400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5591669-EBEC-46C0-BFB2-A47A5B931512}" type="datetime'''''''T''''''''''''ot''a''l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Total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12" name="Text Placeholder 2">
            <a:extLst>
              <a:ext uri="{FF2B5EF4-FFF2-40B4-BE49-F238E27FC236}">
                <a16:creationId xmlns:a16="http://schemas.microsoft.com/office/drawing/2014/main" id="{8E94C4D5-ECB1-BB97-57F7-6E371FC228B4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796925" y="3265488"/>
            <a:ext cx="3317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85698B6-1E31-45A0-965D-ECDBDF89135C}" type="datetime''''''''''''''''' ''''''9''0''''''''''''m'''''' 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90m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56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27C140A0-C44C-3884-A90C-3D3FB8EA3291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1689100" y="3081338"/>
            <a:ext cx="3222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EC8E794-1698-42DD-89EF-DB28D61D83C9}" type="datetime''''''' ''''''''49''''''''''''''''''m ''''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49m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29</a:t>
            </a:r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C4E59FB8-3248-37CA-29E4-3480D88BC34E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2593975" y="3017838"/>
            <a:ext cx="2873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D263B31-0BB5-4642-95A6-C519C80793F4}" type="datetime''''''''' ''''''''''''''''''''''1''''''''''''''''''7''m 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17m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7</a:t>
            </a:r>
          </a:p>
        </p:txBody>
      </p:sp>
      <p:sp>
        <p:nvSpPr>
          <p:cNvPr id="133" name="Text Placeholder 2">
            <a:extLst>
              <a:ext uri="{FF2B5EF4-FFF2-40B4-BE49-F238E27FC236}">
                <a16:creationId xmlns:a16="http://schemas.microsoft.com/office/drawing/2014/main" id="{CD9654F1-50BA-2CC7-8D08-93F9D06371D5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3476625" y="2963863"/>
            <a:ext cx="2952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698643D-AA71-414F-AE26-35F2BFC9F258}" type="datetime''''''' 1''''''''''4''''''''''''''''''''''''''m'''''' 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14m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1</a:t>
            </a:r>
          </a:p>
        </p:txBody>
      </p:sp>
      <p:sp>
        <p:nvSpPr>
          <p:cNvPr id="134" name="Text Placeholder 2">
            <a:extLst>
              <a:ext uri="{FF2B5EF4-FFF2-40B4-BE49-F238E27FC236}">
                <a16:creationId xmlns:a16="http://schemas.microsoft.com/office/drawing/2014/main" id="{09BF73C5-5F57-F08E-A703-3EB68D743F09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4379913" y="2932113"/>
            <a:ext cx="2651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43037A6-B0BF-41D6-849A-DB6DC55233D8}" type="datetime' ''8''m'''''''''''''''''' 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8m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5</a:t>
            </a: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858429CB-21B3-D930-2289-48241EE701B6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5268914" y="2916238"/>
            <a:ext cx="2571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418F126-867B-4262-858B-32B2D8383DD7}" type="datetime''''' ''''''''''''4''''''''''''''m'''''''''''''''''' 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4m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3</a:t>
            </a:r>
          </a:p>
        </p:txBody>
      </p:sp>
      <p:sp>
        <p:nvSpPr>
          <p:cNvPr id="136" name="Text Placeholder 2">
            <a:extLst>
              <a:ext uri="{FF2B5EF4-FFF2-40B4-BE49-F238E27FC236}">
                <a16:creationId xmlns:a16="http://schemas.microsoft.com/office/drawing/2014/main" id="{F4E41677-14E8-554C-FCF3-C8E80C67BFAC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6189663" y="2914650"/>
            <a:ext cx="1905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1m</a:t>
            </a:r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5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F65B3168-A1D1-19A9-FDBF-A2E728A15685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6991350" y="2914650"/>
            <a:ext cx="3635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E0DDA3C-E879-41BC-B265-AC79FD6DA1FA}" type="datetime''''''''' ''''''1''''''''''8''''''''4m'''''''''''''' 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184m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106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4DA53C98-5B54-1820-69A5-0E50E467214E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8012113" y="6683375"/>
            <a:ext cx="142875" cy="106363"/>
          </a:xfrm>
          <a:prstGeom prst="rect">
            <a:avLst/>
          </a:prstGeom>
          <a:solidFill>
            <a:srgbClr val="D6A300"/>
          </a:solidFill>
          <a:ln w="952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for BP Light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743120B6-E3A1-19CA-3779-75FCF47B51AC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8702675" y="6683375"/>
            <a:ext cx="142875" cy="106363"/>
          </a:xfrm>
          <a:prstGeom prst="rect">
            <a:avLst/>
          </a:prstGeom>
          <a:solidFill>
            <a:srgbClr val="6AA700"/>
          </a:solidFill>
          <a:ln w="952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for BP Light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44EC4C69-5996-884D-E0EF-0A1F33463368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9412288" y="6683375"/>
            <a:ext cx="142875" cy="106363"/>
          </a:xfrm>
          <a:prstGeom prst="rect">
            <a:avLst/>
          </a:prstGeom>
          <a:solidFill>
            <a:schemeClr val="accent3"/>
          </a:solidFill>
          <a:ln w="952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for BP Light"/>
              <a:ea typeface="+mn-ea"/>
              <a:cs typeface="+mn-cs"/>
            </a:endParaRPr>
          </a:p>
        </p:txBody>
      </p:sp>
      <p:sp>
        <p:nvSpPr>
          <p:cNvPr id="141" name="Text Placeholder 2">
            <a:extLst>
              <a:ext uri="{FF2B5EF4-FFF2-40B4-BE49-F238E27FC236}">
                <a16:creationId xmlns:a16="http://schemas.microsoft.com/office/drawing/2014/main" id="{BF422399-B859-D565-55B3-491C40F10F19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8205788" y="6678613"/>
            <a:ext cx="395288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1F44F19-13DB-4F42-A60A-D4DE0B41DCA0}" type="datetime'''''''''''''P''''i''''''''''p''''el''''''''i''n''e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Pipeline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42" name="Text Placeholder 2">
            <a:extLst>
              <a:ext uri="{FF2B5EF4-FFF2-40B4-BE49-F238E27FC236}">
                <a16:creationId xmlns:a16="http://schemas.microsoft.com/office/drawing/2014/main" id="{6CE358A0-4699-21DF-FB4B-ED6FE288D654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8896350" y="6678613"/>
            <a:ext cx="414338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290F1B8-F8A3-469B-8DF4-0A97B888AF64}" type="datetime'''''''''I''''''''''''n''-''''''F''''''''''''l''''ig''''''ht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In-Flight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44" name="Text Placeholder 2">
            <a:extLst>
              <a:ext uri="{FF2B5EF4-FFF2-40B4-BE49-F238E27FC236}">
                <a16:creationId xmlns:a16="http://schemas.microsoft.com/office/drawing/2014/main" id="{000D2DF4-F2E8-1EEE-3111-9218C5635786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9605963" y="6678613"/>
            <a:ext cx="54610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B76CCE1-6CC8-47C7-8A79-54170FE4DCF6}" type="datetime'''''Co''''m''''''p''''l''''''ete''''''''''''''''''''''''''d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Completed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B4C3F6E1-AFCA-7AB8-4215-FEE0EA98DF0C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1893232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269C7E33-05D6-E1EA-9973-A205BCE2CDE1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3366432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7661F26B-067B-FD94-217C-4A94E181018C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4838044" y="5114925"/>
            <a:ext cx="1404938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DA7B50A3-9542-498D-DD36-DEA932EF8BA5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6311244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94F5C610-C440-45CC-65A2-3BB22425C2F2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420032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49FF05F2-7EFC-7D29-FA02-77EB323BA4A5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420032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Retail Assets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54 contracts</a:t>
            </a: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DD615AAF-EE93-9ACB-8712-1557819DA0CF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1893232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Marketing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12 </a:t>
            </a: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contracts</a:t>
            </a: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A1A51A80-D0EA-277E-DFE6-8D1463EF327E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3366432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Logistics and Fuel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10 contracts</a:t>
            </a: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E2BCAE08-A17D-72BE-7CFA-FB6F25ABC9B1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4838044" y="4789488"/>
            <a:ext cx="1404938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(Headings)"/>
                <a:ea typeface="+mn-ea"/>
                <a:cs typeface="+mn-cs"/>
              </a:rPr>
              <a:t>Convenience Retail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(Headings)"/>
                <a:ea typeface="+mn-ea"/>
                <a:cs typeface="+mn-cs"/>
              </a:rPr>
              <a:t># </a:t>
            </a:r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(Headings)"/>
                <a:ea typeface="+mn-ea"/>
                <a:cs typeface="+mn-cs"/>
              </a:rPr>
              <a:t>14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(Headings)"/>
                <a:ea typeface="+mn-ea"/>
                <a:cs typeface="+mn-cs"/>
              </a:rPr>
              <a:t> </a:t>
            </a: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(Headings)"/>
                <a:ea typeface="+mn-ea"/>
                <a:cs typeface="+mn-cs"/>
              </a:rPr>
              <a:t>contracts</a:t>
            </a: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FD0B6FBD-3965-0650-2B9E-29CBB7DCAF87}"/>
              </a:ext>
            </a:extLst>
          </p:cNvPr>
          <p:cNvSpPr/>
          <p:nvPr>
            <p:custDataLst>
              <p:tags r:id="rId45"/>
            </p:custDataLst>
          </p:nvPr>
        </p:nvSpPr>
        <p:spPr>
          <a:xfrm>
            <a:off x="6311244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bp Sans Light" panose="020B0404010101010104" pitchFamily="34" charset="0"/>
                <a:cs typeface="bp Sans Light" panose="020B0404010101010104" pitchFamily="34" charset="0"/>
              </a:rPr>
              <a:t>Others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bp Sans Light" panose="020B0404010101010104" pitchFamily="34" charset="0"/>
                <a:cs typeface="bp Sans Light" panose="020B0404010101010104" pitchFamily="34" charset="0"/>
              </a:rPr>
              <a:t>#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bp Sans Light" panose="020B0404010101010104" pitchFamily="34" charset="0"/>
                <a:cs typeface="bp Sans Light" panose="020B0404010101010104" pitchFamily="34" charset="0"/>
              </a:rPr>
              <a:t>16</a:t>
            </a: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bp Sans Light" panose="020B0404010101010104" pitchFamily="34" charset="0"/>
                <a:cs typeface="bp Sans Light" panose="020B0404010101010104" pitchFamily="34" charset="0"/>
              </a:rPr>
              <a:t> contracts</a:t>
            </a:r>
          </a:p>
        </p:txBody>
      </p:sp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7E5A50D9-A833-ED75-FF1F-999562485148}"/>
              </a:ext>
            </a:extLst>
          </p:cNvPr>
          <p:cNvGraphicFramePr/>
          <p:nvPr>
            <p:custDataLst>
              <p:tags r:id="rId46"/>
            </p:custDataLst>
          </p:nvPr>
        </p:nvGraphicFramePr>
        <p:xfrm>
          <a:off x="600075" y="5299075"/>
          <a:ext cx="1044575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8"/>
          </a:graphicData>
        </a:graphic>
      </p:graphicFrame>
      <p:sp>
        <p:nvSpPr>
          <p:cNvPr id="286" name="Text Placeholder 2">
            <a:extLst>
              <a:ext uri="{FF2B5EF4-FFF2-40B4-BE49-F238E27FC236}">
                <a16:creationId xmlns:a16="http://schemas.microsoft.com/office/drawing/2014/main" id="{6306A993-D6F0-99DB-4E0D-855D10000130}"/>
              </a:ext>
            </a:extLst>
          </p:cNvPr>
          <p:cNvSpPr>
            <a:spLocks/>
          </p:cNvSpPr>
          <p:nvPr>
            <p:custDataLst>
              <p:tags r:id="rId47"/>
            </p:custDataLst>
          </p:nvPr>
        </p:nvSpPr>
        <p:spPr bwMode="auto">
          <a:xfrm>
            <a:off x="549275" y="6003925"/>
            <a:ext cx="2587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0797E75-B845-47B3-AF90-A131B1F81B64}" type="datetime''''''''''' ''''1''''''''''''''''9''m'''''' 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19m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43</a:t>
            </a:r>
          </a:p>
        </p:txBody>
      </p:sp>
      <p:sp>
        <p:nvSpPr>
          <p:cNvPr id="287" name="Text Placeholder 2">
            <a:extLst>
              <a:ext uri="{FF2B5EF4-FFF2-40B4-BE49-F238E27FC236}">
                <a16:creationId xmlns:a16="http://schemas.microsoft.com/office/drawing/2014/main" id="{FA9B97AE-5206-12CD-B36E-927D4D3F7586}"/>
              </a:ext>
            </a:extLst>
          </p:cNvPr>
          <p:cNvSpPr>
            <a:spLocks/>
          </p:cNvSpPr>
          <p:nvPr>
            <p:custDataLst>
              <p:tags r:id="rId48"/>
            </p:custDataLst>
          </p:nvPr>
        </p:nvSpPr>
        <p:spPr bwMode="auto">
          <a:xfrm>
            <a:off x="1328738" y="5164138"/>
            <a:ext cx="2317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1F0C249-260D-416E-ACA8-647DDEA328A7}" type="datetime''''' ''''11''m'''''''''''''' 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11m </a:t>
            </a:fld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9</a:t>
            </a:r>
          </a:p>
        </p:txBody>
      </p:sp>
      <p:sp>
        <p:nvSpPr>
          <p:cNvPr id="288" name="Text Placeholder 2">
            <a:extLst>
              <a:ext uri="{FF2B5EF4-FFF2-40B4-BE49-F238E27FC236}">
                <a16:creationId xmlns:a16="http://schemas.microsoft.com/office/drawing/2014/main" id="{5254B9FF-F732-5EB9-065B-7D2EACF5C5F5}"/>
              </a:ext>
            </a:extLst>
          </p:cNvPr>
          <p:cNvSpPr>
            <a:spLocks/>
          </p:cNvSpPr>
          <p:nvPr>
            <p:custDataLst>
              <p:tags r:id="rId49"/>
            </p:custDataLst>
          </p:nvPr>
        </p:nvSpPr>
        <p:spPr bwMode="auto">
          <a:xfrm>
            <a:off x="1539874" y="5610225"/>
            <a:ext cx="2555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en-US" sz="8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0.4m</a:t>
            </a:r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</a:t>
            </a:r>
          </a:p>
        </p:txBody>
      </p:sp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8DD5E5EB-1D6D-0271-E2BA-9BEDE7147008}"/>
              </a:ext>
            </a:extLst>
          </p:cNvPr>
          <p:cNvGraphicFramePr/>
          <p:nvPr>
            <p:custDataLst>
              <p:tags r:id="rId50"/>
            </p:custDataLst>
          </p:nvPr>
        </p:nvGraphicFramePr>
        <p:xfrm>
          <a:off x="2073275" y="5299075"/>
          <a:ext cx="1044575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9"/>
          </a:graphicData>
        </a:graphic>
      </p:graphicFrame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1AA66AC9-1D6E-DBF2-E549-647A44BCEAA7}"/>
              </a:ext>
            </a:extLst>
          </p:cNvPr>
          <p:cNvCxnSpPr>
            <a:cxnSpLocks/>
          </p:cNvCxnSpPr>
          <p:nvPr>
            <p:custDataLst>
              <p:tags r:id="rId51"/>
            </p:custDataLst>
          </p:nvPr>
        </p:nvCxnSpPr>
        <p:spPr bwMode="gray">
          <a:xfrm>
            <a:off x="2595563" y="5748338"/>
            <a:ext cx="365125" cy="31750"/>
          </a:xfrm>
          <a:prstGeom prst="line">
            <a:avLst/>
          </a:prstGeom>
          <a:ln w="9525" cap="flat" cmpd="sng" algn="ctr">
            <a:solidFill>
              <a:srgbClr val="B2B2B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E336310-39B2-5013-DC8D-B1988B5464B0}"/>
              </a:ext>
            </a:extLst>
          </p:cNvPr>
          <p:cNvCxnSpPr>
            <a:cxnSpLocks/>
          </p:cNvCxnSpPr>
          <p:nvPr>
            <p:custDataLst>
              <p:tags r:id="rId52"/>
            </p:custDataLst>
          </p:nvPr>
        </p:nvCxnSpPr>
        <p:spPr bwMode="gray">
          <a:xfrm>
            <a:off x="2595563" y="5748338"/>
            <a:ext cx="366713" cy="20638"/>
          </a:xfrm>
          <a:prstGeom prst="line">
            <a:avLst/>
          </a:prstGeom>
          <a:ln w="9525" cap="flat" cmpd="sng" algn="ctr">
            <a:solidFill>
              <a:srgbClr val="B2B2B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0" name="Text Placeholder 2">
            <a:extLst>
              <a:ext uri="{FF2B5EF4-FFF2-40B4-BE49-F238E27FC236}">
                <a16:creationId xmlns:a16="http://schemas.microsoft.com/office/drawing/2014/main" id="{3C8602FE-7B9B-783B-52EC-4FBA33A9D385}"/>
              </a:ext>
            </a:extLst>
          </p:cNvPr>
          <p:cNvSpPr>
            <a:spLocks/>
          </p:cNvSpPr>
          <p:nvPr>
            <p:custDataLst>
              <p:tags r:id="rId53"/>
            </p:custDataLst>
          </p:nvPr>
        </p:nvSpPr>
        <p:spPr bwMode="auto">
          <a:xfrm>
            <a:off x="1893888" y="5784850"/>
            <a:ext cx="2873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3D28BC9-E024-4ED8-A8DD-4445728A3DE4}" type="datetime''''''''' 2''''''''''''0''''''''''''''m ''''''''''''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20m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6</a:t>
            </a:r>
          </a:p>
        </p:txBody>
      </p:sp>
      <p:sp>
        <p:nvSpPr>
          <p:cNvPr id="291" name="Text Placeholder 2">
            <a:extLst>
              <a:ext uri="{FF2B5EF4-FFF2-40B4-BE49-F238E27FC236}">
                <a16:creationId xmlns:a16="http://schemas.microsoft.com/office/drawing/2014/main" id="{FCA8CA27-768D-4A18-5346-76B59F1BAC4E}"/>
              </a:ext>
            </a:extLst>
          </p:cNvPr>
          <p:cNvSpPr>
            <a:spLocks/>
          </p:cNvSpPr>
          <p:nvPr>
            <p:custDataLst>
              <p:tags r:id="rId54"/>
            </p:custDataLst>
          </p:nvPr>
        </p:nvSpPr>
        <p:spPr bwMode="auto">
          <a:xfrm>
            <a:off x="2890838" y="5232400"/>
            <a:ext cx="2079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0B8B333-EF0C-4859-B26C-0DFF23362C6C}" type="datetime''''' ''''''''''''''''7''''m'' ''''''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7m </a:t>
            </a:fld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3</a:t>
            </a:r>
          </a:p>
        </p:txBody>
      </p:sp>
      <p:sp>
        <p:nvSpPr>
          <p:cNvPr id="126" name="Text Placeholder 2">
            <a:extLst>
              <a:ext uri="{FF2B5EF4-FFF2-40B4-BE49-F238E27FC236}">
                <a16:creationId xmlns:a16="http://schemas.microsoft.com/office/drawing/2014/main" id="{29592C2D-20F7-78BE-B812-44192A167F5A}"/>
              </a:ext>
            </a:extLst>
          </p:cNvPr>
          <p:cNvSpPr>
            <a:spLocks/>
          </p:cNvSpPr>
          <p:nvPr>
            <p:custDataLst>
              <p:tags r:id="rId55"/>
            </p:custDataLst>
          </p:nvPr>
        </p:nvSpPr>
        <p:spPr bwMode="auto">
          <a:xfrm>
            <a:off x="3013075" y="5661025"/>
            <a:ext cx="2905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F60B233-3AFE-4541-A8ED-9EAC2CDB0278}" type="datetime''''' ''''''0''''''''''.''''''''1''''''''m '">
              <a:rPr kumimoji="0" lang="en-US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0.1m </a:t>
            </a:fld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  # 3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B767AD79-009F-C37B-8502-8B90E6330376}"/>
              </a:ext>
            </a:extLst>
          </p:cNvPr>
          <p:cNvGraphicFramePr/>
          <p:nvPr>
            <p:custDataLst>
              <p:tags r:id="rId56"/>
            </p:custDataLst>
          </p:nvPr>
        </p:nvGraphicFramePr>
        <p:xfrm>
          <a:off x="5019675" y="5299075"/>
          <a:ext cx="1042988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0"/>
          </a:graphicData>
        </a:graphic>
      </p:graphicFrame>
      <p:sp>
        <p:nvSpPr>
          <p:cNvPr id="152" name="Arc 151">
            <a:extLst>
              <a:ext uri="{FF2B5EF4-FFF2-40B4-BE49-F238E27FC236}">
                <a16:creationId xmlns:a16="http://schemas.microsoft.com/office/drawing/2014/main" id="{E29DDB7A-8BE3-E7DB-6E7E-F2C43545F68B}"/>
              </a:ext>
            </a:extLst>
          </p:cNvPr>
          <p:cNvSpPr/>
          <p:nvPr>
            <p:custDataLst>
              <p:tags r:id="rId57"/>
            </p:custDataLst>
          </p:nvPr>
        </p:nvSpPr>
        <p:spPr bwMode="gray">
          <a:xfrm>
            <a:off x="5173663" y="5381625"/>
            <a:ext cx="733425" cy="733425"/>
          </a:xfrm>
          <a:prstGeom prst="arc">
            <a:avLst>
              <a:gd name="adj1" fmla="val 234"/>
              <a:gd name="adj2" fmla="val 0"/>
            </a:avLst>
          </a:prstGeom>
          <a:noFill/>
          <a:ln w="9525" cap="flat" cmpd="sng" algn="ctr">
            <a:solidFill>
              <a:srgbClr val="B2B2B2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49" name="Text Placeholder 2">
            <a:extLst>
              <a:ext uri="{FF2B5EF4-FFF2-40B4-BE49-F238E27FC236}">
                <a16:creationId xmlns:a16="http://schemas.microsoft.com/office/drawing/2014/main" id="{AE0D3647-3F01-C72A-85FA-65AD53087EC0}"/>
              </a:ext>
            </a:extLst>
          </p:cNvPr>
          <p:cNvSpPr>
            <a:spLocks/>
          </p:cNvSpPr>
          <p:nvPr>
            <p:custDataLst>
              <p:tags r:id="rId58"/>
            </p:custDataLst>
          </p:nvPr>
        </p:nvSpPr>
        <p:spPr bwMode="auto">
          <a:xfrm>
            <a:off x="4851400" y="5619750"/>
            <a:ext cx="2714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6EB59B6-E791-4876-A8B9-98DCC326D0B5}" type="datetime''' ''''''''5''''''''''''''7''''''''''m'''''''''' '''''''''''''">
              <a:rPr kumimoji="0" lang="en-US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57m </a:t>
            </a:fld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  # 14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793CA496-B12D-B38B-342B-2F7E80F8780E}"/>
              </a:ext>
            </a:extLst>
          </p:cNvPr>
          <p:cNvGraphicFramePr/>
          <p:nvPr>
            <p:custDataLst>
              <p:tags r:id="rId59"/>
            </p:custDataLst>
          </p:nvPr>
        </p:nvGraphicFramePr>
        <p:xfrm>
          <a:off x="6491288" y="5299075"/>
          <a:ext cx="1044575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1"/>
          </a:graphicData>
        </a:graphic>
      </p:graphicFrame>
      <p:sp>
        <p:nvSpPr>
          <p:cNvPr id="302" name="Text Placeholder 2">
            <a:extLst>
              <a:ext uri="{FF2B5EF4-FFF2-40B4-BE49-F238E27FC236}">
                <a16:creationId xmlns:a16="http://schemas.microsoft.com/office/drawing/2014/main" id="{A8D2E6C7-1F18-B29C-A98C-FE39B8F47A76}"/>
              </a:ext>
            </a:extLst>
          </p:cNvPr>
          <p:cNvSpPr>
            <a:spLocks/>
          </p:cNvSpPr>
          <p:nvPr>
            <p:custDataLst>
              <p:tags r:id="rId60"/>
            </p:custDataLst>
          </p:nvPr>
        </p:nvSpPr>
        <p:spPr bwMode="auto">
          <a:xfrm>
            <a:off x="7431088" y="5626100"/>
            <a:ext cx="2317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236BE1D-1054-4258-8B0E-61400256411C}" type="datetime''''' ''1''''''''''''''''''''''1m'''''''''''''''' 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11m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14</a:t>
            </a:r>
          </a:p>
        </p:txBody>
      </p:sp>
      <p:sp>
        <p:nvSpPr>
          <p:cNvPr id="303" name="Text Placeholder 2">
            <a:extLst>
              <a:ext uri="{FF2B5EF4-FFF2-40B4-BE49-F238E27FC236}">
                <a16:creationId xmlns:a16="http://schemas.microsoft.com/office/drawing/2014/main" id="{C1BF5020-9CF5-F49D-5D83-140E527439E7}"/>
              </a:ext>
            </a:extLst>
          </p:cNvPr>
          <p:cNvSpPr>
            <a:spLocks/>
          </p:cNvSpPr>
          <p:nvPr>
            <p:custDataLst>
              <p:tags r:id="rId61"/>
            </p:custDataLst>
          </p:nvPr>
        </p:nvSpPr>
        <p:spPr bwMode="auto">
          <a:xfrm>
            <a:off x="6373813" y="5626100"/>
            <a:ext cx="2238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E6BC354-A617-4B8C-89B9-39A783438F0B}" type="datetime''''''''''''''''''''''''''''' ''''''''''8''''''m 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8m </a:t>
            </a:fld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</a:t>
            </a:r>
          </a:p>
        </p:txBody>
      </p:sp>
      <p:cxnSp>
        <p:nvCxnSpPr>
          <p:cNvPr id="396" name="Straight Connector 395">
            <a:extLst>
              <a:ext uri="{FF2B5EF4-FFF2-40B4-BE49-F238E27FC236}">
                <a16:creationId xmlns:a16="http://schemas.microsoft.com/office/drawing/2014/main" id="{D2234981-890A-A990-8C90-1EE961236B7B}"/>
              </a:ext>
            </a:extLst>
          </p:cNvPr>
          <p:cNvCxnSpPr/>
          <p:nvPr>
            <p:custDataLst>
              <p:tags r:id="rId62"/>
            </p:custDataLst>
          </p:nvPr>
        </p:nvCxnSpPr>
        <p:spPr bwMode="gray">
          <a:xfrm>
            <a:off x="8266113" y="5822950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7" name="Straight Connector 396">
            <a:extLst>
              <a:ext uri="{FF2B5EF4-FFF2-40B4-BE49-F238E27FC236}">
                <a16:creationId xmlns:a16="http://schemas.microsoft.com/office/drawing/2014/main" id="{D487D02F-58AF-907A-F313-59DBDE5EA7E6}"/>
              </a:ext>
            </a:extLst>
          </p:cNvPr>
          <p:cNvCxnSpPr/>
          <p:nvPr>
            <p:custDataLst>
              <p:tags r:id="rId63"/>
            </p:custDataLst>
          </p:nvPr>
        </p:nvCxnSpPr>
        <p:spPr bwMode="gray">
          <a:xfrm>
            <a:off x="8574088" y="5643563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8" name="Straight Connector 397">
            <a:extLst>
              <a:ext uri="{FF2B5EF4-FFF2-40B4-BE49-F238E27FC236}">
                <a16:creationId xmlns:a16="http://schemas.microsoft.com/office/drawing/2014/main" id="{362E7010-2E19-F877-9C72-FABF73ABBC8A}"/>
              </a:ext>
            </a:extLst>
          </p:cNvPr>
          <p:cNvCxnSpPr/>
          <p:nvPr>
            <p:custDataLst>
              <p:tags r:id="rId64"/>
            </p:custDataLst>
          </p:nvPr>
        </p:nvCxnSpPr>
        <p:spPr bwMode="gray">
          <a:xfrm>
            <a:off x="8882063" y="552767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9" name="Straight Connector 398">
            <a:extLst>
              <a:ext uri="{FF2B5EF4-FFF2-40B4-BE49-F238E27FC236}">
                <a16:creationId xmlns:a16="http://schemas.microsoft.com/office/drawing/2014/main" id="{7EA13486-5389-AD3E-10DC-49676BBA843D}"/>
              </a:ext>
            </a:extLst>
          </p:cNvPr>
          <p:cNvCxnSpPr/>
          <p:nvPr>
            <p:custDataLst>
              <p:tags r:id="rId65"/>
            </p:custDataLst>
          </p:nvPr>
        </p:nvCxnSpPr>
        <p:spPr bwMode="gray">
          <a:xfrm>
            <a:off x="9190038" y="5294313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D9755C06-F0BC-5DFA-73F0-B9F990686CD0}"/>
              </a:ext>
            </a:extLst>
          </p:cNvPr>
          <p:cNvCxnSpPr/>
          <p:nvPr>
            <p:custDataLst>
              <p:tags r:id="rId66"/>
            </p:custDataLst>
          </p:nvPr>
        </p:nvCxnSpPr>
        <p:spPr bwMode="gray">
          <a:xfrm>
            <a:off x="9498013" y="511492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6830516D-F34A-2BA4-952F-D181E7E9FD1C}"/>
              </a:ext>
            </a:extLst>
          </p:cNvPr>
          <p:cNvGraphicFramePr/>
          <p:nvPr>
            <p:custDataLst>
              <p:tags r:id="rId67"/>
            </p:custDataLst>
          </p:nvPr>
        </p:nvGraphicFramePr>
        <p:xfrm>
          <a:off x="7943850" y="5032375"/>
          <a:ext cx="2012950" cy="1108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2"/>
          </a:graphicData>
        </a:graphic>
      </p:graphicFrame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3025C6B9-E6CC-EEDC-CC29-F77807C2C297}"/>
              </a:ext>
            </a:extLst>
          </p:cNvPr>
          <p:cNvCxnSpPr/>
          <p:nvPr>
            <p:custDataLst>
              <p:tags r:id="rId68"/>
            </p:custDataLst>
          </p:nvPr>
        </p:nvCxnSpPr>
        <p:spPr bwMode="auto">
          <a:xfrm flipH="1" flipV="1">
            <a:off x="9783763" y="5122863"/>
            <a:ext cx="34925" cy="396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4735052-8576-A847-6A92-0B5870444092}"/>
              </a:ext>
            </a:extLst>
          </p:cNvPr>
          <p:cNvCxnSpPr/>
          <p:nvPr>
            <p:custDataLst>
              <p:tags r:id="rId69"/>
            </p:custDataLst>
          </p:nvPr>
        </p:nvCxnSpPr>
        <p:spPr bwMode="auto">
          <a:xfrm flipH="1" flipV="1">
            <a:off x="9783763" y="5211763"/>
            <a:ext cx="34925" cy="46037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63988138-C6CB-03F7-7EBB-6F9EC6700C39}"/>
              </a:ext>
            </a:extLst>
          </p:cNvPr>
          <p:cNvCxnSpPr/>
          <p:nvPr>
            <p:custDataLst>
              <p:tags r:id="rId70"/>
            </p:custDataLst>
          </p:nvPr>
        </p:nvCxnSpPr>
        <p:spPr bwMode="auto">
          <a:xfrm flipH="1">
            <a:off x="9783763" y="5675313"/>
            <a:ext cx="349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5" name="Text Placeholder 2">
            <a:extLst>
              <a:ext uri="{FF2B5EF4-FFF2-40B4-BE49-F238E27FC236}">
                <a16:creationId xmlns:a16="http://schemas.microsoft.com/office/drawing/2014/main" id="{1C99B177-777A-8B12-6928-AC4478A39ED1}"/>
              </a:ext>
            </a:extLst>
          </p:cNvPr>
          <p:cNvSpPr>
            <a:spLocks/>
          </p:cNvSpPr>
          <p:nvPr>
            <p:custDataLst>
              <p:tags r:id="rId71"/>
            </p:custDataLst>
          </p:nvPr>
        </p:nvSpPr>
        <p:spPr bwMode="auto">
          <a:xfrm>
            <a:off x="8032750" y="6088063"/>
            <a:ext cx="2968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7683917-C56F-4F6C-9A46-F32A9676BA24}" type="datetime'R''''''''''''e''''''t''a''''il'' ''As''''''''''s''''et''s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Retail Assets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06" name="Text Placeholder 2">
            <a:extLst>
              <a:ext uri="{FF2B5EF4-FFF2-40B4-BE49-F238E27FC236}">
                <a16:creationId xmlns:a16="http://schemas.microsoft.com/office/drawing/2014/main" id="{498AF891-415B-0826-5B2D-F66BB73BD7CD}"/>
              </a:ext>
            </a:extLst>
          </p:cNvPr>
          <p:cNvSpPr>
            <a:spLocks/>
          </p:cNvSpPr>
          <p:nvPr>
            <p:custDataLst>
              <p:tags r:id="rId72"/>
            </p:custDataLst>
          </p:nvPr>
        </p:nvSpPr>
        <p:spPr bwMode="auto">
          <a:xfrm>
            <a:off x="8350250" y="6088063"/>
            <a:ext cx="2778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AD8AE2D-683C-4E3B-A4BE-C81C2E6036A0}" type="datetime'''''''''''M''arke''''''''''''&#10;''''''t''i''''''n''''''''''g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Marke
ting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07" name="Text Placeholder 2">
            <a:extLst>
              <a:ext uri="{FF2B5EF4-FFF2-40B4-BE49-F238E27FC236}">
                <a16:creationId xmlns:a16="http://schemas.microsoft.com/office/drawing/2014/main" id="{476F4984-9423-D6DA-B0F9-1BF9C157D783}"/>
              </a:ext>
            </a:extLst>
          </p:cNvPr>
          <p:cNvSpPr>
            <a:spLocks/>
          </p:cNvSpPr>
          <p:nvPr>
            <p:custDataLst>
              <p:tags r:id="rId73"/>
            </p:custDataLst>
          </p:nvPr>
        </p:nvSpPr>
        <p:spPr bwMode="auto">
          <a:xfrm>
            <a:off x="8659813" y="6088063"/>
            <a:ext cx="2746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6E43D3D-21A2-48B1-9653-034F461957EB}" type="datetime'''''''''L''o''''g.'''''' &amp; ''''F''''u''''''''e''''l''''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Log. &amp; Fuel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08" name="Text Placeholder 2">
            <a:extLst>
              <a:ext uri="{FF2B5EF4-FFF2-40B4-BE49-F238E27FC236}">
                <a16:creationId xmlns:a16="http://schemas.microsoft.com/office/drawing/2014/main" id="{E4413223-1D9B-84AB-B26E-619831B9F43D}"/>
              </a:ext>
            </a:extLst>
          </p:cNvPr>
          <p:cNvSpPr>
            <a:spLocks/>
          </p:cNvSpPr>
          <p:nvPr>
            <p:custDataLst>
              <p:tags r:id="rId74"/>
            </p:custDataLst>
          </p:nvPr>
        </p:nvSpPr>
        <p:spPr bwMode="auto">
          <a:xfrm>
            <a:off x="8974138" y="6088063"/>
            <a:ext cx="2603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5554E97-0D80-4247-BB65-E331BE568BD5}" type="datetime'Co''''''''n''''''''v''''''''''''''''''. ''Ret''''ai''''''l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Conv. Retail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09" name="Text Placeholder 2">
            <a:extLst>
              <a:ext uri="{FF2B5EF4-FFF2-40B4-BE49-F238E27FC236}">
                <a16:creationId xmlns:a16="http://schemas.microsoft.com/office/drawing/2014/main" id="{D5434E63-93EA-15E1-BAF0-C1F288D2D30E}"/>
              </a:ext>
            </a:extLst>
          </p:cNvPr>
          <p:cNvSpPr>
            <a:spLocks/>
          </p:cNvSpPr>
          <p:nvPr>
            <p:custDataLst>
              <p:tags r:id="rId75"/>
            </p:custDataLst>
          </p:nvPr>
        </p:nvSpPr>
        <p:spPr bwMode="auto">
          <a:xfrm>
            <a:off x="9258301" y="6088064"/>
            <a:ext cx="307975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2C55BDF-2A28-4B44-A3AA-9713F01AD6BF}" type="datetime'''''''O''t''h''''e''''''''''''''''''r''''s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Others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70" name="Text Placeholder 2">
            <a:extLst>
              <a:ext uri="{FF2B5EF4-FFF2-40B4-BE49-F238E27FC236}">
                <a16:creationId xmlns:a16="http://schemas.microsoft.com/office/drawing/2014/main" id="{9720CDD8-A295-BEB7-449C-6345D54E77E4}"/>
              </a:ext>
            </a:extLst>
          </p:cNvPr>
          <p:cNvSpPr>
            <a:spLocks/>
          </p:cNvSpPr>
          <p:nvPr>
            <p:custDataLst>
              <p:tags r:id="rId76"/>
            </p:custDataLst>
          </p:nvPr>
        </p:nvSpPr>
        <p:spPr bwMode="gray">
          <a:xfrm>
            <a:off x="9818688" y="5114925"/>
            <a:ext cx="239713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7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0.1m</a:t>
            </a:r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71" name="Text Placeholder 2">
            <a:extLst>
              <a:ext uri="{FF2B5EF4-FFF2-40B4-BE49-F238E27FC236}">
                <a16:creationId xmlns:a16="http://schemas.microsoft.com/office/drawing/2014/main" id="{A22D68FA-9C08-E44B-CF21-CECA17F37CC6}"/>
              </a:ext>
            </a:extLst>
          </p:cNvPr>
          <p:cNvSpPr>
            <a:spLocks/>
          </p:cNvSpPr>
          <p:nvPr>
            <p:custDataLst>
              <p:tags r:id="rId77"/>
            </p:custDataLst>
          </p:nvPr>
        </p:nvSpPr>
        <p:spPr bwMode="gray">
          <a:xfrm>
            <a:off x="9818688" y="5210175"/>
            <a:ext cx="261938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AA700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700" b="1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0.5m</a:t>
            </a:r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72" name="Text Placeholder 2">
            <a:extLst>
              <a:ext uri="{FF2B5EF4-FFF2-40B4-BE49-F238E27FC236}">
                <a16:creationId xmlns:a16="http://schemas.microsoft.com/office/drawing/2014/main" id="{ACCC1020-EB71-19A6-24A8-1A7B10B1BD35}"/>
              </a:ext>
            </a:extLst>
          </p:cNvPr>
          <p:cNvSpPr>
            <a:spLocks/>
          </p:cNvSpPr>
          <p:nvPr>
            <p:custDataLst>
              <p:tags r:id="rId78"/>
            </p:custDataLst>
          </p:nvPr>
        </p:nvSpPr>
        <p:spPr bwMode="gray">
          <a:xfrm>
            <a:off x="9818689" y="5627688"/>
            <a:ext cx="174625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11C00599-FB97-4FA2-B6E2-9DAE9CADF8E4}" type="datetime'''''''2''''''''''''''''''''''''''''m'''''''''''''''''''''''">
              <a:rPr kumimoji="0" lang="en-US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2m</a:t>
            </a:fld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13" name="Text Placeholder 2">
            <a:extLst>
              <a:ext uri="{FF2B5EF4-FFF2-40B4-BE49-F238E27FC236}">
                <a16:creationId xmlns:a16="http://schemas.microsoft.com/office/drawing/2014/main" id="{D6829960-9B61-DA39-41E3-6A6810DFC4E0}"/>
              </a:ext>
            </a:extLst>
          </p:cNvPr>
          <p:cNvSpPr>
            <a:spLocks/>
          </p:cNvSpPr>
          <p:nvPr>
            <p:custDataLst>
              <p:tags r:id="rId79"/>
            </p:custDataLst>
          </p:nvPr>
        </p:nvSpPr>
        <p:spPr bwMode="auto">
          <a:xfrm>
            <a:off x="9609138" y="6088064"/>
            <a:ext cx="223838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B41E3E6-8F5E-412A-945D-8E501B06A678}" type="datetime'''''''''''''T''''''o''''''''t''''''''''''a''l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Total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2A695F05-A606-37CC-0984-E00C2DF94643}"/>
              </a:ext>
            </a:extLst>
          </p:cNvPr>
          <p:cNvSpPr>
            <a:spLocks/>
          </p:cNvSpPr>
          <p:nvPr>
            <p:custDataLst>
              <p:tags r:id="rId80"/>
            </p:custDataLst>
          </p:nvPr>
        </p:nvSpPr>
        <p:spPr bwMode="gray">
          <a:xfrm>
            <a:off x="8094663" y="5688013"/>
            <a:ext cx="17145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1m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2BEF3FC2-C2D9-DAD7-1F8E-D6CE6CD0D02F}"/>
              </a:ext>
            </a:extLst>
          </p:cNvPr>
          <p:cNvSpPr>
            <a:spLocks/>
          </p:cNvSpPr>
          <p:nvPr>
            <p:custDataLst>
              <p:tags r:id="rId81"/>
            </p:custDataLst>
          </p:nvPr>
        </p:nvSpPr>
        <p:spPr bwMode="gray">
          <a:xfrm>
            <a:off x="8402638" y="5508625"/>
            <a:ext cx="17145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1m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43396F97-CDFA-650C-05F7-7CA6420E5223}"/>
              </a:ext>
            </a:extLst>
          </p:cNvPr>
          <p:cNvSpPr>
            <a:spLocks/>
          </p:cNvSpPr>
          <p:nvPr>
            <p:custDataLst>
              <p:tags r:id="rId82"/>
            </p:custDataLst>
          </p:nvPr>
        </p:nvSpPr>
        <p:spPr bwMode="gray">
          <a:xfrm>
            <a:off x="8626475" y="5392738"/>
            <a:ext cx="33972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4250235A-8F2F-4039-BB83-EF59E36E1647}" type="datetime''' ''''''''''''''''''''''''0''''''''''.''''3''m 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 0.3m 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B89F2EB-0ACC-EB70-9C9B-02FC37FCD9D0}"/>
              </a:ext>
            </a:extLst>
          </p:cNvPr>
          <p:cNvSpPr>
            <a:spLocks/>
          </p:cNvSpPr>
          <p:nvPr>
            <p:custDataLst>
              <p:tags r:id="rId83"/>
            </p:custDataLst>
          </p:nvPr>
        </p:nvSpPr>
        <p:spPr bwMode="gray">
          <a:xfrm>
            <a:off x="9018588" y="5159375"/>
            <a:ext cx="17145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1m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3A69124B-E8B4-48AE-F017-A771FD883DA5}"/>
              </a:ext>
            </a:extLst>
          </p:cNvPr>
          <p:cNvSpPr>
            <a:spLocks/>
          </p:cNvSpPr>
          <p:nvPr>
            <p:custDataLst>
              <p:tags r:id="rId84"/>
            </p:custDataLst>
          </p:nvPr>
        </p:nvSpPr>
        <p:spPr bwMode="gray">
          <a:xfrm>
            <a:off x="9242425" y="4979988"/>
            <a:ext cx="33972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DBE2DF98-B719-4A31-B640-41F897FA38E4}" type="datetime' ''''''''''''''''''''''''0''''''''''''''.''''5''''''''m 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 0.5m 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2D0EC2FD-BD31-2963-1C46-721637A1ED0D}"/>
              </a:ext>
            </a:extLst>
          </p:cNvPr>
          <p:cNvSpPr>
            <a:spLocks/>
          </p:cNvSpPr>
          <p:nvPr>
            <p:custDataLst>
              <p:tags r:id="rId85"/>
            </p:custDataLst>
          </p:nvPr>
        </p:nvSpPr>
        <p:spPr bwMode="gray">
          <a:xfrm>
            <a:off x="9621838" y="4979988"/>
            <a:ext cx="19685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4CA895EF-9233-480B-8ABB-DFC3EBE660FC}" type="datetime'3''''''''''''''''''''''m''''''''''''''''''''''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3m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8BE7E168-3238-063E-8103-15076E1382C9}"/>
              </a:ext>
            </a:extLst>
          </p:cNvPr>
          <p:cNvCxnSpPr/>
          <p:nvPr>
            <p:custDataLst>
              <p:tags r:id="rId86"/>
            </p:custDataLst>
          </p:nvPr>
        </p:nvCxnSpPr>
        <p:spPr bwMode="gray">
          <a:xfrm>
            <a:off x="8266113" y="3810000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1" name="Straight Connector 420">
            <a:extLst>
              <a:ext uri="{FF2B5EF4-FFF2-40B4-BE49-F238E27FC236}">
                <a16:creationId xmlns:a16="http://schemas.microsoft.com/office/drawing/2014/main" id="{FED01A4B-ECB8-BF92-9414-4A7CDE333A24}"/>
              </a:ext>
            </a:extLst>
          </p:cNvPr>
          <p:cNvCxnSpPr/>
          <p:nvPr>
            <p:custDataLst>
              <p:tags r:id="rId87"/>
            </p:custDataLst>
          </p:nvPr>
        </p:nvCxnSpPr>
        <p:spPr bwMode="gray">
          <a:xfrm>
            <a:off x="8574088" y="3714750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2" name="Straight Connector 421">
            <a:extLst>
              <a:ext uri="{FF2B5EF4-FFF2-40B4-BE49-F238E27FC236}">
                <a16:creationId xmlns:a16="http://schemas.microsoft.com/office/drawing/2014/main" id="{C39AC03D-D01A-2684-824A-93336BABC5C1}"/>
              </a:ext>
            </a:extLst>
          </p:cNvPr>
          <p:cNvCxnSpPr/>
          <p:nvPr>
            <p:custDataLst>
              <p:tags r:id="rId88"/>
            </p:custDataLst>
          </p:nvPr>
        </p:nvCxnSpPr>
        <p:spPr bwMode="gray">
          <a:xfrm>
            <a:off x="8882063" y="336232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E83977D2-64FB-5434-F858-A01D79F47ECB}"/>
              </a:ext>
            </a:extLst>
          </p:cNvPr>
          <p:cNvCxnSpPr/>
          <p:nvPr>
            <p:custDataLst>
              <p:tags r:id="rId89"/>
            </p:custDataLst>
          </p:nvPr>
        </p:nvCxnSpPr>
        <p:spPr bwMode="gray">
          <a:xfrm>
            <a:off x="9190038" y="296862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4" name="Straight Connector 423">
            <a:extLst>
              <a:ext uri="{FF2B5EF4-FFF2-40B4-BE49-F238E27FC236}">
                <a16:creationId xmlns:a16="http://schemas.microsoft.com/office/drawing/2014/main" id="{A6412271-3A45-C0B5-2A65-65F6911F37A3}"/>
              </a:ext>
            </a:extLst>
          </p:cNvPr>
          <p:cNvCxnSpPr/>
          <p:nvPr>
            <p:custDataLst>
              <p:tags r:id="rId90"/>
            </p:custDataLst>
          </p:nvPr>
        </p:nvCxnSpPr>
        <p:spPr bwMode="gray">
          <a:xfrm>
            <a:off x="9498013" y="280987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CEE099EA-46FA-9214-D5C3-4C0AC766F743}"/>
              </a:ext>
            </a:extLst>
          </p:cNvPr>
          <p:cNvGraphicFramePr/>
          <p:nvPr>
            <p:custDataLst>
              <p:tags r:id="rId91"/>
            </p:custDataLst>
          </p:nvPr>
        </p:nvGraphicFramePr>
        <p:xfrm>
          <a:off x="7943850" y="2727325"/>
          <a:ext cx="2012950" cy="1401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3"/>
          </a:graphicData>
        </a:graphic>
      </p:graphicFrame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55C49BE-21A7-F58C-A55D-A18D0EB367B5}"/>
              </a:ext>
            </a:extLst>
          </p:cNvPr>
          <p:cNvCxnSpPr/>
          <p:nvPr>
            <p:custDataLst>
              <p:tags r:id="rId92"/>
            </p:custDataLst>
          </p:nvPr>
        </p:nvCxnSpPr>
        <p:spPr bwMode="auto">
          <a:xfrm flipH="1" flipV="1">
            <a:off x="9783763" y="2816225"/>
            <a:ext cx="34925" cy="412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DE96B404-752B-B9FF-BB92-66CFF1F4A509}"/>
              </a:ext>
            </a:extLst>
          </p:cNvPr>
          <p:cNvCxnSpPr/>
          <p:nvPr>
            <p:custDataLst>
              <p:tags r:id="rId93"/>
            </p:custDataLst>
          </p:nvPr>
        </p:nvCxnSpPr>
        <p:spPr bwMode="auto">
          <a:xfrm flipH="1">
            <a:off x="9783763" y="3043238"/>
            <a:ext cx="349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3F99DB2D-DE0E-6F63-492A-7B07EB5A586B}"/>
              </a:ext>
            </a:extLst>
          </p:cNvPr>
          <p:cNvCxnSpPr/>
          <p:nvPr>
            <p:custDataLst>
              <p:tags r:id="rId94"/>
            </p:custDataLst>
          </p:nvPr>
        </p:nvCxnSpPr>
        <p:spPr bwMode="auto">
          <a:xfrm flipH="1">
            <a:off x="9783763" y="3656013"/>
            <a:ext cx="349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9" name="Text Placeholder 2">
            <a:extLst>
              <a:ext uri="{FF2B5EF4-FFF2-40B4-BE49-F238E27FC236}">
                <a16:creationId xmlns:a16="http://schemas.microsoft.com/office/drawing/2014/main" id="{A03B0F5F-52EE-B797-9A07-0C3CD634ECBF}"/>
              </a:ext>
            </a:extLst>
          </p:cNvPr>
          <p:cNvSpPr>
            <a:spLocks/>
          </p:cNvSpPr>
          <p:nvPr>
            <p:custDataLst>
              <p:tags r:id="rId95"/>
            </p:custDataLst>
          </p:nvPr>
        </p:nvSpPr>
        <p:spPr bwMode="auto">
          <a:xfrm>
            <a:off x="8032750" y="4076700"/>
            <a:ext cx="2968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111294D-428E-46D0-87FB-95C86FF9328D}" type="datetime'''''R''''etai''''''''l'''' ''''''''As''s''''''''''''et''''s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Retail Assets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0" name="Text Placeholder 2">
            <a:extLst>
              <a:ext uri="{FF2B5EF4-FFF2-40B4-BE49-F238E27FC236}">
                <a16:creationId xmlns:a16="http://schemas.microsoft.com/office/drawing/2014/main" id="{75EA236D-F1E5-56E9-2B9C-07AC37D6BEF1}"/>
              </a:ext>
            </a:extLst>
          </p:cNvPr>
          <p:cNvSpPr>
            <a:spLocks/>
          </p:cNvSpPr>
          <p:nvPr>
            <p:custDataLst>
              <p:tags r:id="rId96"/>
            </p:custDataLst>
          </p:nvPr>
        </p:nvSpPr>
        <p:spPr bwMode="auto">
          <a:xfrm>
            <a:off x="8350250" y="4076700"/>
            <a:ext cx="2778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1FC19B6-0168-4398-BD2B-FF1877C4454D}" type="datetime'M''''''''''''a''''rk''''e''&#10;t''''''''''''''''''''''i''ng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Marke
ting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1" name="Text Placeholder 2">
            <a:extLst>
              <a:ext uri="{FF2B5EF4-FFF2-40B4-BE49-F238E27FC236}">
                <a16:creationId xmlns:a16="http://schemas.microsoft.com/office/drawing/2014/main" id="{1F376D77-8EE9-BE93-9BF2-6476BBA8097A}"/>
              </a:ext>
            </a:extLst>
          </p:cNvPr>
          <p:cNvSpPr>
            <a:spLocks/>
          </p:cNvSpPr>
          <p:nvPr>
            <p:custDataLst>
              <p:tags r:id="rId97"/>
            </p:custDataLst>
          </p:nvPr>
        </p:nvSpPr>
        <p:spPr bwMode="auto">
          <a:xfrm>
            <a:off x="8659812" y="4076700"/>
            <a:ext cx="2746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C813544-0651-4234-9FE3-1B913E3471E0}" type="datetime'''''Lo''''''''g''. &amp;'''''''''''' F''ue''''l''''''''''''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Log. &amp; Fuel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2" name="Text Placeholder 2">
            <a:extLst>
              <a:ext uri="{FF2B5EF4-FFF2-40B4-BE49-F238E27FC236}">
                <a16:creationId xmlns:a16="http://schemas.microsoft.com/office/drawing/2014/main" id="{E15F1F34-9FD3-B374-EB59-502A69C7CEA8}"/>
              </a:ext>
            </a:extLst>
          </p:cNvPr>
          <p:cNvSpPr>
            <a:spLocks/>
          </p:cNvSpPr>
          <p:nvPr>
            <p:custDataLst>
              <p:tags r:id="rId98"/>
            </p:custDataLst>
          </p:nvPr>
        </p:nvSpPr>
        <p:spPr bwMode="auto">
          <a:xfrm>
            <a:off x="8974138" y="4076700"/>
            <a:ext cx="2603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5F1D4E1-7E4E-4027-BA55-5783BAAC5B4D}" type="datetime'''C''o''''''nv. Re''t''''''''a''''''''''''''''i''''''''l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Conv. Retail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3" name="Text Placeholder 2">
            <a:extLst>
              <a:ext uri="{FF2B5EF4-FFF2-40B4-BE49-F238E27FC236}">
                <a16:creationId xmlns:a16="http://schemas.microsoft.com/office/drawing/2014/main" id="{3776EF07-F25A-729D-C819-B0364188098D}"/>
              </a:ext>
            </a:extLst>
          </p:cNvPr>
          <p:cNvSpPr>
            <a:spLocks/>
          </p:cNvSpPr>
          <p:nvPr>
            <p:custDataLst>
              <p:tags r:id="rId99"/>
            </p:custDataLst>
          </p:nvPr>
        </p:nvSpPr>
        <p:spPr bwMode="auto">
          <a:xfrm>
            <a:off x="9258301" y="4076701"/>
            <a:ext cx="307975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5226B37-4D9B-4A59-8682-07739D44D4C3}" type="datetime'''''''''''''''''''''''''Ot''''''''''h''''''''''''''''''''ers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Others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69" name="Text Placeholder 2">
            <a:extLst>
              <a:ext uri="{FF2B5EF4-FFF2-40B4-BE49-F238E27FC236}">
                <a16:creationId xmlns:a16="http://schemas.microsoft.com/office/drawing/2014/main" id="{57F45068-43FD-2751-05CA-512573280DB6}"/>
              </a:ext>
            </a:extLst>
          </p:cNvPr>
          <p:cNvSpPr>
            <a:spLocks/>
          </p:cNvSpPr>
          <p:nvPr>
            <p:custDataLst>
              <p:tags r:id="rId100"/>
            </p:custDataLst>
          </p:nvPr>
        </p:nvSpPr>
        <p:spPr bwMode="gray">
          <a:xfrm>
            <a:off x="9818688" y="2809875"/>
            <a:ext cx="239713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0.1m</a:t>
            </a:r>
          </a:p>
        </p:txBody>
      </p:sp>
      <p:sp>
        <p:nvSpPr>
          <p:cNvPr id="473" name="Text Placeholder 2">
            <a:extLst>
              <a:ext uri="{FF2B5EF4-FFF2-40B4-BE49-F238E27FC236}">
                <a16:creationId xmlns:a16="http://schemas.microsoft.com/office/drawing/2014/main" id="{5DB507ED-97AE-C3EB-0C95-B151F0D84E1F}"/>
              </a:ext>
            </a:extLst>
          </p:cNvPr>
          <p:cNvSpPr>
            <a:spLocks/>
          </p:cNvSpPr>
          <p:nvPr>
            <p:custDataLst>
              <p:tags r:id="rId101"/>
            </p:custDataLst>
          </p:nvPr>
        </p:nvSpPr>
        <p:spPr bwMode="gray">
          <a:xfrm>
            <a:off x="9818688" y="2995613"/>
            <a:ext cx="176213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7EA19050-42D2-450E-B933-576AB4AE15EA}" type="datetime'''''''''''''''''''3''''''''m'''''''''''''''''">
              <a:rPr kumimoji="0" lang="en-US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3m</a:t>
            </a:fld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74" name="Text Placeholder 2">
            <a:extLst>
              <a:ext uri="{FF2B5EF4-FFF2-40B4-BE49-F238E27FC236}">
                <a16:creationId xmlns:a16="http://schemas.microsoft.com/office/drawing/2014/main" id="{8D6B5D78-5C0D-8CA2-6D6C-C5FDAEA7E3B6}"/>
              </a:ext>
            </a:extLst>
          </p:cNvPr>
          <p:cNvSpPr>
            <a:spLocks/>
          </p:cNvSpPr>
          <p:nvPr>
            <p:custDataLst>
              <p:tags r:id="rId102"/>
            </p:custDataLst>
          </p:nvPr>
        </p:nvSpPr>
        <p:spPr bwMode="gray">
          <a:xfrm>
            <a:off x="9818689" y="3608388"/>
            <a:ext cx="176213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CB96BAEC-9BCC-45AE-86FE-F3CCCABC66D7}" type="datetime'''''''''''''''''''''''''''''''''''''''''''''''5''''''''''m'''">
              <a:rPr kumimoji="0" lang="en-US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5m</a:t>
            </a:fld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7" name="Text Placeholder 2">
            <a:extLst>
              <a:ext uri="{FF2B5EF4-FFF2-40B4-BE49-F238E27FC236}">
                <a16:creationId xmlns:a16="http://schemas.microsoft.com/office/drawing/2014/main" id="{26254611-FAF2-807B-92AC-70E0F8BD442C}"/>
              </a:ext>
            </a:extLst>
          </p:cNvPr>
          <p:cNvSpPr>
            <a:spLocks/>
          </p:cNvSpPr>
          <p:nvPr>
            <p:custDataLst>
              <p:tags r:id="rId103"/>
            </p:custDataLst>
          </p:nvPr>
        </p:nvSpPr>
        <p:spPr bwMode="auto">
          <a:xfrm>
            <a:off x="9609138" y="4076701"/>
            <a:ext cx="223838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F1C0D21-7E76-4A2F-BA87-B85AA80F8CFE}" type="datetime'To''''''''t''''''''''''''''''''''''''''''a''''l''''''''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Total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32288F04-F5FC-E1BA-71C2-D5EAD62B90D2}"/>
              </a:ext>
            </a:extLst>
          </p:cNvPr>
          <p:cNvSpPr>
            <a:spLocks/>
          </p:cNvSpPr>
          <p:nvPr>
            <p:custDataLst>
              <p:tags r:id="rId104"/>
            </p:custDataLst>
          </p:nvPr>
        </p:nvSpPr>
        <p:spPr bwMode="gray">
          <a:xfrm>
            <a:off x="8094663" y="3675063"/>
            <a:ext cx="17145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41035F94-085B-4769-8050-4DFA3D64963F}" type="datetime'''''''''''1''''''''''''''''''''m''''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1m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08D1DEB2-7D98-6EEE-6D11-6810AFAF2E1A}"/>
              </a:ext>
            </a:extLst>
          </p:cNvPr>
          <p:cNvSpPr>
            <a:spLocks/>
          </p:cNvSpPr>
          <p:nvPr>
            <p:custDataLst>
              <p:tags r:id="rId105"/>
            </p:custDataLst>
          </p:nvPr>
        </p:nvSpPr>
        <p:spPr bwMode="gray">
          <a:xfrm>
            <a:off x="8402638" y="3579813"/>
            <a:ext cx="17145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E2EEE60E-9D43-438D-96C2-553AB066BF61}" type="datetime'''''1''m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1m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296591B2-5A7F-EF68-2CF7-FF9FDC0511E1}"/>
              </a:ext>
            </a:extLst>
          </p:cNvPr>
          <p:cNvSpPr>
            <a:spLocks/>
          </p:cNvSpPr>
          <p:nvPr>
            <p:custDataLst>
              <p:tags r:id="rId106"/>
            </p:custDataLst>
          </p:nvPr>
        </p:nvSpPr>
        <p:spPr bwMode="gray">
          <a:xfrm>
            <a:off x="8699500" y="3227388"/>
            <a:ext cx="1952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680905B7-E301-48DD-9A46-6CB4CC1CCAEA}" type="datetime'''''2''''''''''''m''''''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2m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686570F-B0A2-CD20-98E3-A61F87C4AA15}"/>
              </a:ext>
            </a:extLst>
          </p:cNvPr>
          <p:cNvSpPr>
            <a:spLocks/>
          </p:cNvSpPr>
          <p:nvPr>
            <p:custDataLst>
              <p:tags r:id="rId107"/>
            </p:custDataLst>
          </p:nvPr>
        </p:nvSpPr>
        <p:spPr bwMode="gray">
          <a:xfrm>
            <a:off x="9007475" y="2833688"/>
            <a:ext cx="1952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7C74935B-175C-4BFF-A495-C82760097924}" type="datetime'''''''''''''''''''''''''2''''''''''''''''m''''''''''''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2m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0661BFF6-7424-2CF3-8B99-5A1108121E32}"/>
              </a:ext>
            </a:extLst>
          </p:cNvPr>
          <p:cNvSpPr>
            <a:spLocks/>
          </p:cNvSpPr>
          <p:nvPr>
            <p:custDataLst>
              <p:tags r:id="rId108"/>
            </p:custDataLst>
          </p:nvPr>
        </p:nvSpPr>
        <p:spPr bwMode="gray">
          <a:xfrm>
            <a:off x="9326563" y="2674938"/>
            <a:ext cx="17145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31E754F1-8DC4-4A03-97FD-D096EFA791B8}" type="datetime'''''''''''''''''''''''''''''''1''''''''''''''''m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1m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55ACF7B2-F24E-F415-98A1-FD46B5D4915A}"/>
              </a:ext>
            </a:extLst>
          </p:cNvPr>
          <p:cNvSpPr>
            <a:spLocks/>
          </p:cNvSpPr>
          <p:nvPr>
            <p:custDataLst>
              <p:tags r:id="rId109"/>
            </p:custDataLst>
          </p:nvPr>
        </p:nvSpPr>
        <p:spPr bwMode="gray">
          <a:xfrm>
            <a:off x="9628188" y="2674938"/>
            <a:ext cx="185738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6E51C597-DC33-4106-B503-72B26494E672}" type="datetime'''''''''7''''''''''m''''''''''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7m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B9EFB3A1-ABD3-E778-36CC-10011AAAA54B}"/>
              </a:ext>
            </a:extLst>
          </p:cNvPr>
          <p:cNvSpPr/>
          <p:nvPr/>
        </p:nvSpPr>
        <p:spPr>
          <a:xfrm>
            <a:off x="508157" y="2851632"/>
            <a:ext cx="1116000" cy="316800"/>
          </a:xfrm>
          <a:prstGeom prst="wedgeRoundRectCallout">
            <a:avLst>
              <a:gd name="adj1" fmla="val 25062"/>
              <a:gd name="adj2" fmla="val 62990"/>
              <a:gd name="adj3" fmla="val 16667"/>
            </a:avLst>
          </a:prstGeom>
          <a:solidFill>
            <a:srgbClr val="D6A300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Pipeline</a:t>
            </a:r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Apr </a:t>
            </a:r>
            <a:r>
              <a:rPr kumimoji="0" lang="en-DE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Total</a:t>
            </a:r>
            <a:r>
              <a:rPr kumimoji="0" lang="en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: </a:t>
            </a:r>
            <a: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139m (# 85)</a:t>
            </a:r>
            <a:b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</a:br>
            <a:r>
              <a:rPr kumimoji="0" lang="en-GB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Mar Total: 193m (# 96)</a:t>
            </a:r>
            <a:endParaRPr kumimoji="0" lang="en-GB" sz="7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95972D31-360E-C830-3383-87A1D5A3974F}"/>
              </a:ext>
            </a:extLst>
          </p:cNvPr>
          <p:cNvSpPr/>
          <p:nvPr/>
        </p:nvSpPr>
        <p:spPr>
          <a:xfrm>
            <a:off x="5795975" y="2506935"/>
            <a:ext cx="1116000" cy="316800"/>
          </a:xfrm>
          <a:prstGeom prst="wedgeRoundRectCallout">
            <a:avLst>
              <a:gd name="adj1" fmla="val 16603"/>
              <a:gd name="adj2" fmla="val 67468"/>
              <a:gd name="adj3" fmla="val 16667"/>
            </a:avLst>
          </a:prstGeom>
          <a:solidFill>
            <a:srgbClr val="004F00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Completed</a:t>
            </a:r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Apr Total</a:t>
            </a:r>
            <a:r>
              <a:rPr kumimoji="0" lang="en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:</a:t>
            </a:r>
            <a:r>
              <a:rPr kumimoji="0" lang="de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1</a:t>
            </a:r>
            <a: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 (# 5)</a:t>
            </a:r>
            <a:b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</a:br>
            <a:r>
              <a:rPr kumimoji="0" lang="en-GB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Mar Total: 0.2m (# 4)</a:t>
            </a:r>
            <a:endParaRPr kumimoji="0" lang="en-GB" sz="700" b="0" i="1" u="none" strike="noStrike" kern="1200" cap="none" spc="-1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838868A9-BE40-0DED-806E-7D9BD1806F2F}"/>
              </a:ext>
            </a:extLst>
          </p:cNvPr>
          <p:cNvGraphicFramePr/>
          <p:nvPr>
            <p:custDataLst>
              <p:tags r:id="rId110"/>
            </p:custDataLst>
          </p:nvPr>
        </p:nvGraphicFramePr>
        <p:xfrm>
          <a:off x="3546475" y="5299075"/>
          <a:ext cx="1044575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4"/>
          </a:graphicData>
        </a:graphic>
      </p:graphicFrame>
      <p:sp>
        <p:nvSpPr>
          <p:cNvPr id="505" name="Text Placeholder 2">
            <a:extLst>
              <a:ext uri="{FF2B5EF4-FFF2-40B4-BE49-F238E27FC236}">
                <a16:creationId xmlns:a16="http://schemas.microsoft.com/office/drawing/2014/main" id="{BC2338D0-141A-9892-D193-C491DFEAA11C}"/>
              </a:ext>
            </a:extLst>
          </p:cNvPr>
          <p:cNvSpPr>
            <a:spLocks/>
          </p:cNvSpPr>
          <p:nvPr>
            <p:custDataLst>
              <p:tags r:id="rId111"/>
            </p:custDataLst>
          </p:nvPr>
        </p:nvSpPr>
        <p:spPr bwMode="auto">
          <a:xfrm>
            <a:off x="4486275" y="5640388"/>
            <a:ext cx="2809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0E989F9-BFC6-4C6B-A44D-B40AFB0A760A}" type="datetime''' ''3''''''''''''''''''''''''2''m'''''''' 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32m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8</a:t>
            </a:r>
          </a:p>
        </p:txBody>
      </p:sp>
      <p:sp>
        <p:nvSpPr>
          <p:cNvPr id="132" name="Text Placeholder 2">
            <a:extLst>
              <a:ext uri="{FF2B5EF4-FFF2-40B4-BE49-F238E27FC236}">
                <a16:creationId xmlns:a16="http://schemas.microsoft.com/office/drawing/2014/main" id="{87F373E1-B5BD-4849-7218-7B80D014914D}"/>
              </a:ext>
            </a:extLst>
          </p:cNvPr>
          <p:cNvSpPr>
            <a:spLocks/>
          </p:cNvSpPr>
          <p:nvPr>
            <p:custDataLst>
              <p:tags r:id="rId112"/>
            </p:custDataLst>
          </p:nvPr>
        </p:nvSpPr>
        <p:spPr bwMode="auto">
          <a:xfrm>
            <a:off x="3408363" y="5389563"/>
            <a:ext cx="2619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B532104-07E2-461B-A68E-F42A6326CF1B}" type="datetime''''''' ''''''''''''''''''''''''''''''''1''''''''''8m'''''''' '">
              <a:rPr kumimoji="0" lang="en-US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18m </a:t>
            </a:fld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  # 2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F4EFEE0E-B3D1-C4DB-C0BD-9AE4F52E1785}"/>
              </a:ext>
            </a:extLst>
          </p:cNvPr>
          <p:cNvSpPr/>
          <p:nvPr/>
        </p:nvSpPr>
        <p:spPr>
          <a:xfrm>
            <a:off x="9561776" y="2485775"/>
            <a:ext cx="684213" cy="144000"/>
          </a:xfrm>
          <a:prstGeom prst="wedgeRoundRectCallout">
            <a:avLst>
              <a:gd name="adj1" fmla="val 7748"/>
              <a:gd name="adj2" fmla="val 104500"/>
              <a:gd name="adj3" fmla="val 16667"/>
            </a:avLst>
          </a:prstGeom>
          <a:solidFill>
            <a:srgbClr val="004F00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14% of</a:t>
            </a:r>
            <a:r>
              <a:rPr kumimoji="0" lang="en-DE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</a:t>
            </a: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1m</a:t>
            </a: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9488A141-6D92-0C9C-15AA-E7B06BB8A7EC}"/>
              </a:ext>
            </a:extLst>
          </p:cNvPr>
          <p:cNvSpPr/>
          <p:nvPr/>
        </p:nvSpPr>
        <p:spPr>
          <a:xfrm>
            <a:off x="2443975" y="3461178"/>
            <a:ext cx="1116000" cy="316800"/>
          </a:xfrm>
          <a:prstGeom prst="wedgeRoundRectCallout">
            <a:avLst>
              <a:gd name="adj1" fmla="val 34115"/>
              <a:gd name="adj2" fmla="val -64813"/>
              <a:gd name="adj3" fmla="val 16667"/>
            </a:avLst>
          </a:prstGeom>
          <a:solidFill>
            <a:schemeClr val="accent2">
              <a:lumMod val="75000"/>
            </a:schemeClr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In-flight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Apr </a:t>
            </a:r>
            <a:r>
              <a:rPr kumimoji="0" lang="en-DE" sz="700" b="1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Total</a:t>
            </a:r>
            <a:r>
              <a:rPr kumimoji="0" lang="en-DE" sz="700" b="0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: </a:t>
            </a:r>
            <a:r>
              <a:rPr kumimoji="0" lang="de-DE" sz="700" b="0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4</a:t>
            </a:r>
            <a:r>
              <a:rPr kumimoji="0" lang="en-GB" sz="700" b="0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4m </a:t>
            </a:r>
            <a:r>
              <a:rPr kumimoji="0" lang="en-DE" sz="700" b="0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(</a:t>
            </a:r>
            <a:r>
              <a:rPr kumimoji="0" lang="en-GB" sz="700" b="0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16</a:t>
            </a:r>
            <a:r>
              <a:rPr kumimoji="0" lang="en-DE" sz="700" b="0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)</a:t>
            </a:r>
            <a:br>
              <a:rPr kumimoji="0" lang="en-GB" sz="700" b="0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</a:br>
            <a:r>
              <a:rPr kumimoji="0" lang="en-GB" sz="600" b="0" i="1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Mar Total: 34m (# 10)</a:t>
            </a:r>
            <a:endParaRPr kumimoji="0" lang="en-GB" sz="700" b="0" i="1" u="none" strike="noStrike" kern="1200" cap="none" spc="-1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8569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43F5E-EF60-5B05-2BF9-AB6CE56F5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A15605E-D02A-2E02-E688-F50836B0676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3" imgW="512" imgH="511" progId="TCLayout.ActiveDocument.1">
                  <p:embed/>
                </p:oleObj>
              </mc:Choice>
              <mc:Fallback>
                <p:oleObj name="think-cell Slide" r:id="rId113" imgW="512" imgH="51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15605E-D02A-2E02-E688-F50836B067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0AFCF21-2887-013A-37AF-01244143F40A}"/>
              </a:ext>
            </a:extLst>
          </p:cNvPr>
          <p:cNvSpPr txBox="1">
            <a:spLocks/>
          </p:cNvSpPr>
          <p:nvPr/>
        </p:nvSpPr>
        <p:spPr>
          <a:xfrm>
            <a:off x="7953142" y="1800225"/>
            <a:ext cx="2160000" cy="4716000"/>
          </a:xfrm>
          <a:prstGeom prst="roundRect">
            <a:avLst>
              <a:gd name="adj" fmla="val 2289"/>
            </a:avLst>
          </a:prstGeom>
          <a:solidFill>
            <a:srgbClr val="E1E3D6"/>
          </a:solidFill>
        </p:spPr>
        <p:txBody>
          <a:bodyPr vert="horz" lIns="0" tIns="180000" rIns="0" bIns="180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DE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Est.</a:t>
            </a: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 </a:t>
            </a:r>
            <a:r>
              <a:rPr kumimoji="0" lang="en-DE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Savings Potential</a:t>
            </a:r>
            <a:r>
              <a:rPr kumimoji="0" lang="en-DE" sz="1000" b="1" i="0" u="none" strike="noStrike" kern="1200" cap="none" spc="0" normalizeH="0" baseline="3000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1 </a:t>
            </a:r>
            <a:r>
              <a:rPr kumimoji="0" lang="en-DE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(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USD</a:t>
            </a:r>
            <a:r>
              <a:rPr kumimoji="0" lang="en-DE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)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" panose="020B0504010101010104" pitchFamily="34" charset="77"/>
              <a:ea typeface="bp Sans" panose="020B0504010101010104" pitchFamily="34" charset="77"/>
              <a:cs typeface="bp Sans" panose="020B0504010101010104" pitchFamily="34" charset="77"/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6E09901B-69AC-E3AF-273A-69D62B17CAF3}"/>
              </a:ext>
            </a:extLst>
          </p:cNvPr>
          <p:cNvSpPr/>
          <p:nvPr/>
        </p:nvSpPr>
        <p:spPr>
          <a:xfrm>
            <a:off x="8007142" y="4789488"/>
            <a:ext cx="2052000" cy="1584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80B1E90C-524C-7708-A3DB-3919FC77014D}"/>
              </a:ext>
            </a:extLst>
          </p:cNvPr>
          <p:cNvSpPr/>
          <p:nvPr/>
        </p:nvSpPr>
        <p:spPr>
          <a:xfrm>
            <a:off x="8007142" y="2611438"/>
            <a:ext cx="2052000" cy="172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39" name="Content Placeholder 5">
            <a:extLst>
              <a:ext uri="{FF2B5EF4-FFF2-40B4-BE49-F238E27FC236}">
                <a16:creationId xmlns:a16="http://schemas.microsoft.com/office/drawing/2014/main" id="{B5F6699B-B8B7-1A00-CB9B-4DDC697A737F}"/>
              </a:ext>
            </a:extLst>
          </p:cNvPr>
          <p:cNvSpPr txBox="1">
            <a:spLocks/>
          </p:cNvSpPr>
          <p:nvPr/>
        </p:nvSpPr>
        <p:spPr>
          <a:xfrm>
            <a:off x="341313" y="1800225"/>
            <a:ext cx="7452000" cy="4716000"/>
          </a:xfrm>
          <a:prstGeom prst="roundRect">
            <a:avLst>
              <a:gd name="adj" fmla="val 1439"/>
            </a:avLst>
          </a:prstGeom>
          <a:solidFill>
            <a:srgbClr val="E1E3D6"/>
          </a:solidFill>
        </p:spPr>
        <p:txBody>
          <a:bodyPr vert="horz" lIns="0" tIns="180000" rIns="0" bIns="180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DE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Progress Tracker </a:t>
            </a:r>
            <a:r>
              <a:rPr kumimoji="0" lang="en-DE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(USD &amp; # Contracts)</a:t>
            </a:r>
          </a:p>
        </p:txBody>
      </p:sp>
      <p:sp>
        <p:nvSpPr>
          <p:cNvPr id="27" name="Content Placeholder 5">
            <a:extLst>
              <a:ext uri="{FF2B5EF4-FFF2-40B4-BE49-F238E27FC236}">
                <a16:creationId xmlns:a16="http://schemas.microsoft.com/office/drawing/2014/main" id="{C0D13A34-B2BF-DCCD-E7FB-FABBEC9467A5}"/>
              </a:ext>
            </a:extLst>
          </p:cNvPr>
          <p:cNvSpPr txBox="1">
            <a:spLocks/>
          </p:cNvSpPr>
          <p:nvPr/>
        </p:nvSpPr>
        <p:spPr>
          <a:xfrm>
            <a:off x="10233863" y="1800224"/>
            <a:ext cx="1620000" cy="4716000"/>
          </a:xfrm>
          <a:prstGeom prst="roundRect">
            <a:avLst>
              <a:gd name="adj" fmla="val 5545"/>
            </a:avLst>
          </a:prstGeom>
          <a:solidFill>
            <a:srgbClr val="E1E3D6"/>
          </a:solidFill>
        </p:spPr>
        <p:txBody>
          <a:bodyPr vert="horz" lIns="0" tIns="180000" rIns="0" bIns="180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DE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Support Needed</a:t>
            </a:r>
            <a:endParaRPr kumimoji="0" lang="en-DE" sz="1000" b="1" i="0" u="none" strike="noStrike" kern="1200" cap="none" spc="0" normalizeH="0" baseline="0" noProof="0">
              <a:ln>
                <a:noFill/>
              </a:ln>
              <a:solidFill>
                <a:srgbClr val="007F00"/>
              </a:solidFill>
              <a:effectLst/>
              <a:uLnTx/>
              <a:uFillTx/>
              <a:latin typeface="bp Sans" panose="020B0504010101010104" pitchFamily="34" charset="77"/>
              <a:ea typeface="bp Sans" panose="020B0504010101010104" pitchFamily="34" charset="77"/>
              <a:cs typeface="bp Sans" panose="020B0504010101010104" pitchFamily="34" charset="77"/>
            </a:endParaRP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 panose="020B0504010101010104" pitchFamily="34" charset="77"/>
              <a:ea typeface="bp Sans TT Medium" panose="020B0604020202020204" charset="0"/>
              <a:cs typeface="bp Sans TT Medium" panose="020B060402020202020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99FA59-89A5-6C2A-2933-C397BED98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DE"/>
              <a:t>2026 Contract Hopper | </a:t>
            </a:r>
            <a:r>
              <a:rPr lang="en-GB"/>
              <a:t>Castrol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BB97B2D-1FC4-C84B-A688-738C0BC88B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216 Go-to-Market contracts ($ 143m) in 2026, of which 137 contracts ($ 63m) are in-flight or </a:t>
            </a:r>
            <a:br>
              <a:rPr lang="en-GB"/>
            </a:br>
            <a:r>
              <a:rPr lang="en-GB"/>
              <a:t>have been completed. The spend in value delivery is $ 30m with an average savings of 14%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20B9A4-1359-C94A-8B26-9293F7890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6EAE7-A19E-4D31-8DA8-3768B267B6B2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81CEB-CCA5-CA8C-DB56-FD669006BD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180000" indent="-180000">
              <a:buAutoNum type="arabicParenR"/>
            </a:pPr>
            <a:r>
              <a:rPr lang="en-GB"/>
              <a:t>Saving based on </a:t>
            </a:r>
            <a:r>
              <a:rPr lang="en-DE"/>
              <a:t>Compass;</a:t>
            </a:r>
            <a:r>
              <a:rPr lang="en-GB"/>
              <a:t> otherwise</a:t>
            </a:r>
            <a:r>
              <a:rPr lang="en-DE"/>
              <a:t>,</a:t>
            </a:r>
            <a:r>
              <a:rPr lang="en-GB"/>
              <a:t> 5% </a:t>
            </a:r>
            <a:r>
              <a:rPr lang="en-DE"/>
              <a:t>savings on </a:t>
            </a:r>
            <a:r>
              <a:rPr lang="en-GB"/>
              <a:t>contract spend value</a:t>
            </a:r>
            <a:r>
              <a:rPr lang="en-DE"/>
              <a:t> assumed</a:t>
            </a:r>
          </a:p>
          <a:p>
            <a:pPr marL="180000"/>
            <a:r>
              <a:rPr lang="en-DE"/>
              <a:t>Colour Key: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21C69-76F0-19C4-5836-C0DA8EBD42A6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bp</a:t>
            </a: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| May 20</a:t>
            </a:r>
            <a:r>
              <a:rPr kumimoji="0" lang="en-DE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26</a:t>
            </a: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|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6F0EF6-776F-3105-9C78-7C972AA136C6}"/>
              </a:ext>
            </a:extLst>
          </p:cNvPr>
          <p:cNvSpPr/>
          <p:nvPr/>
        </p:nvSpPr>
        <p:spPr>
          <a:xfrm>
            <a:off x="0" y="-3173"/>
            <a:ext cx="12192000" cy="288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2026 Contract Hopper – April 2026 Version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FE1761-2E8E-F90B-F67E-E228834985F1}"/>
              </a:ext>
            </a:extLst>
          </p:cNvPr>
          <p:cNvSpPr/>
          <p:nvPr/>
        </p:nvSpPr>
        <p:spPr>
          <a:xfrm>
            <a:off x="341313" y="2220027"/>
            <a:ext cx="7452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Stage</a:t>
            </a: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</a:t>
            </a: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Overview</a:t>
            </a: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7A6460-C2C0-C0B6-1884-83E4A8DAB42C}"/>
              </a:ext>
            </a:extLst>
          </p:cNvPr>
          <p:cNvSpPr/>
          <p:nvPr/>
        </p:nvSpPr>
        <p:spPr>
          <a:xfrm>
            <a:off x="341313" y="4410603"/>
            <a:ext cx="7452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Split by </a:t>
            </a: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Category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708ED45-07AF-622D-CF78-BE2396D2B64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953142" y="2220027"/>
            <a:ext cx="2160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Ann. Impact</a:t>
            </a: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by Category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0916AA3-37BF-7710-B529-F8851DFF4D97}"/>
              </a:ext>
            </a:extLst>
          </p:cNvPr>
          <p:cNvSpPr/>
          <p:nvPr/>
        </p:nvSpPr>
        <p:spPr>
          <a:xfrm>
            <a:off x="7953142" y="4410603"/>
            <a:ext cx="2160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2026 In-Year Impact by Category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43EEFBA-02B5-AFDA-A1E3-5002CD765C3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32590" y="2611438"/>
            <a:ext cx="7282003" cy="172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Stage</a:t>
            </a: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BA9FA82-2542-039D-1BDB-62D4A125BD55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1209675" y="3765550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8FA916B-C4C5-A783-15B7-7842FB4798B7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2097088" y="3487738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01672520-8D98-029C-E0AA-4BC8D42EEECD}"/>
              </a:ext>
            </a:extLst>
          </p:cNvPr>
          <p:cNvCxnSpPr/>
          <p:nvPr>
            <p:custDataLst>
              <p:tags r:id="rId7"/>
            </p:custDataLst>
          </p:nvPr>
        </p:nvCxnSpPr>
        <p:spPr bwMode="gray">
          <a:xfrm>
            <a:off x="2984500" y="3413125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2677285-A7A8-CCAC-AA8D-B5A53C28ABCE}"/>
              </a:ext>
            </a:extLst>
          </p:cNvPr>
          <p:cNvCxnSpPr/>
          <p:nvPr>
            <p:custDataLst>
              <p:tags r:id="rId8"/>
            </p:custDataLst>
          </p:nvPr>
        </p:nvCxnSpPr>
        <p:spPr bwMode="gray">
          <a:xfrm>
            <a:off x="3871913" y="3411538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8415D663-E42F-D91C-81F2-EA83B8CDC65C}"/>
              </a:ext>
            </a:extLst>
          </p:cNvPr>
          <p:cNvCxnSpPr/>
          <p:nvPr>
            <p:custDataLst>
              <p:tags r:id="rId9"/>
            </p:custDataLst>
          </p:nvPr>
        </p:nvCxnSpPr>
        <p:spPr bwMode="gray">
          <a:xfrm>
            <a:off x="4757738" y="3394075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86036F08-8F46-A8CC-F6A6-78F052C0F232}"/>
              </a:ext>
            </a:extLst>
          </p:cNvPr>
          <p:cNvCxnSpPr/>
          <p:nvPr>
            <p:custDataLst>
              <p:tags r:id="rId10"/>
            </p:custDataLst>
          </p:nvPr>
        </p:nvCxnSpPr>
        <p:spPr bwMode="gray">
          <a:xfrm>
            <a:off x="5645150" y="3332163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C72211B-F3C6-659D-993F-176958DD352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gray">
          <a:xfrm>
            <a:off x="6532563" y="3184525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DA2D8994-2356-9659-C174-EEC9EF3AF70D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3378200" y="3411538"/>
            <a:ext cx="493713" cy="1588"/>
          </a:xfrm>
          <a:prstGeom prst="rect">
            <a:avLst/>
          </a:prstGeom>
          <a:solidFill>
            <a:srgbClr val="6AA700"/>
          </a:solidFill>
          <a:ln w="952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B0F7BD56-FA9B-0C21-7EBB-28EAF2C9FBEE}"/>
              </a:ext>
            </a:extLst>
          </p:cNvPr>
          <p:cNvGraphicFramePr/>
          <p:nvPr>
            <p:custDataLst>
              <p:tags r:id="rId13"/>
            </p:custDataLst>
          </p:nvPr>
        </p:nvGraphicFramePr>
        <p:xfrm>
          <a:off x="436563" y="3101975"/>
          <a:ext cx="7262812" cy="855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5"/>
          </a:graphicData>
        </a:graphic>
      </p:graphicFrame>
      <p:sp>
        <p:nvSpPr>
          <p:cNvPr id="98" name="Text Placeholder 2">
            <a:extLst>
              <a:ext uri="{FF2B5EF4-FFF2-40B4-BE49-F238E27FC236}">
                <a16:creationId xmlns:a16="http://schemas.microsoft.com/office/drawing/2014/main" id="{1EEC1FCE-69E1-9AF9-BA25-F974804E4F84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557214" y="3908425"/>
            <a:ext cx="8112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55948F1-6383-49B6-80A6-6EDD9597A45D}" type="datetime'''1.'' In re''view'''''''' t''o be tak''en ''to ''marke''t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1. In review to be taken to market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99" name="Text Placeholder 2">
            <a:extLst>
              <a:ext uri="{FF2B5EF4-FFF2-40B4-BE49-F238E27FC236}">
                <a16:creationId xmlns:a16="http://schemas.microsoft.com/office/drawing/2014/main" id="{08ED53E4-E2B5-DA3C-8C47-47195C1352B2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1571625" y="3908425"/>
            <a:ext cx="557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5F75025-81D2-4F33-A7EF-0E06F4B8E040}" type="datetime'2''''. ''Cont''''rac''t con''''fir''med&#10;f''or'' bid''''din''g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2. Contract confirmed
for bidding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1" name="Text Placeholder 2">
            <a:extLst>
              <a:ext uri="{FF2B5EF4-FFF2-40B4-BE49-F238E27FC236}">
                <a16:creationId xmlns:a16="http://schemas.microsoft.com/office/drawing/2014/main" id="{92DD4622-8C43-E3D2-021B-EE0CD9226AE8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2322513" y="3908425"/>
            <a:ext cx="828675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0817367-BB72-4EC6-84EA-29A4A58E2F8A}" type="datetime'''3''''''''. ''Sc''''op''''''''''''''e'' ''d''ef''i''''n''ed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3. Scope defined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4" name="Text Placeholder 2">
            <a:extLst>
              <a:ext uri="{FF2B5EF4-FFF2-40B4-BE49-F238E27FC236}">
                <a16:creationId xmlns:a16="http://schemas.microsoft.com/office/drawing/2014/main" id="{34D00DB0-7BCD-C5EF-AA05-F8714BFA9AEE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3340100" y="3908425"/>
            <a:ext cx="5683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DDDDC39-182E-4347-A4A9-5B16438974BD}" type="datetime'4''. Te''nder&#10;''''i''''''''''''''''n p''r''og''re''s''s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4. Tender
in progress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CCA0718F-F331-9FD6-1C92-6CB277DDD7E8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4194175" y="3908425"/>
            <a:ext cx="635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B707251-F955-4B45-9792-622FEA2DC9CC}" type="datetime'5. ''Tend''''''''''er&#10;''''in'''''' e''va''''l''uat''''''''ion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5. Tender
in evaluation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504ED2CF-0D0C-D731-4955-846DD38CBDC9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5197475" y="3908425"/>
            <a:ext cx="4016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3280EEA-736B-4BA3-9CBA-5FCE2BC412D9}" type="datetime'''''6''''''''.'' C''on-''''&#10;''''''trac''ti''''n''''''''''g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6. Con-
tracting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06AC5969-FF2C-23D7-3F01-1EA0C81DB8D9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5880101" y="3908425"/>
            <a:ext cx="811213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5693ED4-C4A9-4672-8AC2-3E1AB63B3A0D}" type="datetime'7. V''''''a''''lue'''''' ''''''D''''el''i''ve''''r''''y''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7. Value Delivery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8704A5D6-3BB7-6156-769C-1EF3B5AEF3D4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7045325" y="3908425"/>
            <a:ext cx="25400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5591669-EBEC-46C0-BFB2-A47A5B931512}" type="datetime'''''''T''''''''''''ot''a''l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Total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12" name="Text Placeholder 2">
            <a:extLst>
              <a:ext uri="{FF2B5EF4-FFF2-40B4-BE49-F238E27FC236}">
                <a16:creationId xmlns:a16="http://schemas.microsoft.com/office/drawing/2014/main" id="{52D1EECB-4BE7-A854-6436-B3AE072ED2CC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801688" y="3495675"/>
            <a:ext cx="3222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99F5A5C-C618-498F-A6A3-1219A1613AFF}" type="datetime' ''''''''''''''2''''3''''m'''''''''''''''''' ''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23m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54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A07A0C7C-6D4B-0B61-4CC9-31993731B334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1693863" y="3217863"/>
            <a:ext cx="3127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951D86C-E2A9-436A-BBCE-3A148F568B78}" type="datetime''''''' ''5''''''''''''''''''7''''''''m'''''''''''''''' 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57m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25</a:t>
            </a:r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E22B667B-975B-7483-9DEC-6FAB396B832D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2587625" y="3143250"/>
            <a:ext cx="3000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07BD94D-8FE1-4A54-84C5-C5214734F9E2}" type="datetime''''''''''''''''''''' ''''''''''''''''1''''''''6''m'''''''''' 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16m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28</a:t>
            </a:r>
          </a:p>
        </p:txBody>
      </p:sp>
      <p:sp>
        <p:nvSpPr>
          <p:cNvPr id="133" name="Text Placeholder 2">
            <a:extLst>
              <a:ext uri="{FF2B5EF4-FFF2-40B4-BE49-F238E27FC236}">
                <a16:creationId xmlns:a16="http://schemas.microsoft.com/office/drawing/2014/main" id="{C06C44BB-6921-61C7-41F7-3F71AB25031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3487738" y="3141663"/>
            <a:ext cx="2746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0.1m</a:t>
            </a:r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1</a:t>
            </a:r>
          </a:p>
        </p:txBody>
      </p:sp>
      <p:sp>
        <p:nvSpPr>
          <p:cNvPr id="134" name="Text Placeholder 2">
            <a:extLst>
              <a:ext uri="{FF2B5EF4-FFF2-40B4-BE49-F238E27FC236}">
                <a16:creationId xmlns:a16="http://schemas.microsoft.com/office/drawing/2014/main" id="{130ABFCD-2A3A-F487-6B13-A4D55290A4DB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4383088" y="3124200"/>
            <a:ext cx="2571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105C9C1-00A4-4454-BA09-CB57EA5736E9}" type="datetime''''''''''''''' ''''''''''''''''4''''''''''m'''''''' 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4m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29</a:t>
            </a: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DA612D0C-C6CE-6951-912A-35FCA90B9813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5248275" y="3062288"/>
            <a:ext cx="2984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9F6A9A5-D869-40D2-BEE3-F4A0E8970860}" type="datetime''' ''1''''''''''''3''''m'' 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13m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33</a:t>
            </a:r>
          </a:p>
        </p:txBody>
      </p:sp>
      <p:sp>
        <p:nvSpPr>
          <p:cNvPr id="136" name="Text Placeholder 2">
            <a:extLst>
              <a:ext uri="{FF2B5EF4-FFF2-40B4-BE49-F238E27FC236}">
                <a16:creationId xmlns:a16="http://schemas.microsoft.com/office/drawing/2014/main" id="{05EE236B-DA13-EDFA-86D6-4E5F45E301F7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6119813" y="2914650"/>
            <a:ext cx="330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334675C-97A4-455E-990D-74BAF0853226}" type="datetime''''''''''''''''''' ''3''''''0''''''''m'''' 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30m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46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C04684B8-5EE5-4219-6C99-570F39CD2727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6992938" y="2914650"/>
            <a:ext cx="3587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6923A9E-6C74-41AB-B434-299EFF24AB57}" type="datetime' ''''''''''''''''''''143m'''''''''''''''' 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143m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216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4ABA9B9-BE55-D4F5-CC33-6ADE6623F03A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8012113" y="6683375"/>
            <a:ext cx="142875" cy="106363"/>
          </a:xfrm>
          <a:prstGeom prst="rect">
            <a:avLst/>
          </a:prstGeom>
          <a:solidFill>
            <a:srgbClr val="D6A300"/>
          </a:solidFill>
          <a:ln w="952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for BP Light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35AFE3E-0C38-2807-FA31-206A39B2A423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8702675" y="6683375"/>
            <a:ext cx="142875" cy="106363"/>
          </a:xfrm>
          <a:prstGeom prst="rect">
            <a:avLst/>
          </a:prstGeom>
          <a:solidFill>
            <a:srgbClr val="6AA700"/>
          </a:solidFill>
          <a:ln w="952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for BP Light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57CD6EC-988A-6209-13EB-064AE03BB9CC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9412288" y="6683375"/>
            <a:ext cx="142875" cy="106363"/>
          </a:xfrm>
          <a:prstGeom prst="rect">
            <a:avLst/>
          </a:prstGeom>
          <a:solidFill>
            <a:schemeClr val="accent3"/>
          </a:solidFill>
          <a:ln w="952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for BP Light"/>
              <a:ea typeface="+mn-ea"/>
              <a:cs typeface="+mn-cs"/>
            </a:endParaRPr>
          </a:p>
        </p:txBody>
      </p:sp>
      <p:sp>
        <p:nvSpPr>
          <p:cNvPr id="141" name="Text Placeholder 2">
            <a:extLst>
              <a:ext uri="{FF2B5EF4-FFF2-40B4-BE49-F238E27FC236}">
                <a16:creationId xmlns:a16="http://schemas.microsoft.com/office/drawing/2014/main" id="{5D55E17C-D529-C151-FE2D-25DB7F446C1D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8205788" y="6678613"/>
            <a:ext cx="395288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1F44F19-13DB-4F42-A60A-D4DE0B41DCA0}" type="datetime'''''''''''''P''''i''''''''''p''''el''''''''i''n''e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Pipeline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42" name="Text Placeholder 2">
            <a:extLst>
              <a:ext uri="{FF2B5EF4-FFF2-40B4-BE49-F238E27FC236}">
                <a16:creationId xmlns:a16="http://schemas.microsoft.com/office/drawing/2014/main" id="{A42C3D52-907A-EB09-4527-0908D10B1B9D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8896350" y="6678613"/>
            <a:ext cx="414338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290F1B8-F8A3-469B-8DF4-0A97B888AF64}" type="datetime'''''''''I''''''''''''n''-''''''F''''''''''''l''''ig''''''ht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In-Flight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44" name="Text Placeholder 2">
            <a:extLst>
              <a:ext uri="{FF2B5EF4-FFF2-40B4-BE49-F238E27FC236}">
                <a16:creationId xmlns:a16="http://schemas.microsoft.com/office/drawing/2014/main" id="{23C380E2-1C3B-3559-A35D-5330221B1D39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9605963" y="6678613"/>
            <a:ext cx="54610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B76CCE1-6CC8-47C7-8A79-54170FE4DCF6}" type="datetime'''''Co''''m''''''p''''l''''''ete''''''''''''''''''''''''''d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Completed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6979BB2C-1D4C-D087-BDB6-A5D9117C342C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1893232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97E60ABC-94F1-EF93-3098-28D3EFB6490E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3366432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5720F382-C498-9A96-1125-EF579164D44B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4838044" y="5114925"/>
            <a:ext cx="1404938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No Contracts</a:t>
            </a: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EBE5AADC-D763-0413-91D3-080C5162E6E5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6311244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63358B5A-B4C7-E068-973C-95DB8B3E1DCC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420032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760EFA87-8089-4A2F-D1F3-C15D059AAE96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420032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Retail Assets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15 contracts</a:t>
            </a: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AF4DE431-3E5B-13B8-52D3-D60252FAC7E3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1893232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Marketing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96 </a:t>
            </a: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contracts</a:t>
            </a: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9E86AE4A-3F55-50B7-DF9D-943008E64345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3366432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Logistics and Fuel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101 contracts</a:t>
            </a: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297CD8E1-31F1-7EEA-0E57-FEB78CCF2286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4838044" y="4789488"/>
            <a:ext cx="1404938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(Headings)"/>
                <a:ea typeface="+mn-ea"/>
                <a:cs typeface="+mn-cs"/>
              </a:rPr>
              <a:t>Convenience Retail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(Headings)"/>
                <a:ea typeface="+mn-ea"/>
                <a:cs typeface="+mn-cs"/>
              </a:rPr>
              <a:t>#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(Headings)"/>
                <a:ea typeface="+mn-ea"/>
                <a:cs typeface="+mn-cs"/>
              </a:rPr>
              <a:t>0 </a:t>
            </a: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(Headings)"/>
                <a:ea typeface="+mn-ea"/>
                <a:cs typeface="+mn-cs"/>
              </a:rPr>
              <a:t>contracts</a:t>
            </a: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CFEBC500-9295-F54A-76C1-0F17852F181D}"/>
              </a:ext>
            </a:extLst>
          </p:cNvPr>
          <p:cNvSpPr/>
          <p:nvPr>
            <p:custDataLst>
              <p:tags r:id="rId45"/>
            </p:custDataLst>
          </p:nvPr>
        </p:nvSpPr>
        <p:spPr>
          <a:xfrm>
            <a:off x="6311244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bp Sans Light" panose="020B0404010101010104" pitchFamily="34" charset="0"/>
                <a:cs typeface="bp Sans Light" panose="020B0404010101010104" pitchFamily="34" charset="0"/>
              </a:rPr>
              <a:t>Others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bp Sans Light" panose="020B0404010101010104" pitchFamily="34" charset="0"/>
                <a:cs typeface="bp Sans Light" panose="020B0404010101010104" pitchFamily="34" charset="0"/>
              </a:rPr>
              <a:t># </a:t>
            </a:r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bp Sans Light" panose="020B0404010101010104" pitchFamily="34" charset="0"/>
                <a:cs typeface="bp Sans Light" panose="020B0404010101010104" pitchFamily="34" charset="0"/>
              </a:rPr>
              <a:t>4</a:t>
            </a: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bp Sans Light" panose="020B0404010101010104" pitchFamily="34" charset="0"/>
                <a:cs typeface="bp Sans Light" panose="020B0404010101010104" pitchFamily="34" charset="0"/>
              </a:rPr>
              <a:t> contracts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E01507DB-46CC-9CAD-6DB0-BFD60C499E90}"/>
              </a:ext>
            </a:extLst>
          </p:cNvPr>
          <p:cNvGraphicFramePr/>
          <p:nvPr>
            <p:custDataLst>
              <p:tags r:id="rId46"/>
            </p:custDataLst>
          </p:nvPr>
        </p:nvGraphicFramePr>
        <p:xfrm>
          <a:off x="600075" y="5299075"/>
          <a:ext cx="1044575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6"/>
          </a:graphicData>
        </a:graphic>
      </p:graphicFrame>
      <p:sp>
        <p:nvSpPr>
          <p:cNvPr id="286" name="Text Placeholder 2">
            <a:extLst>
              <a:ext uri="{FF2B5EF4-FFF2-40B4-BE49-F238E27FC236}">
                <a16:creationId xmlns:a16="http://schemas.microsoft.com/office/drawing/2014/main" id="{4D54D944-321E-2D71-2F19-FFC377F1FADD}"/>
              </a:ext>
            </a:extLst>
          </p:cNvPr>
          <p:cNvSpPr>
            <a:spLocks/>
          </p:cNvSpPr>
          <p:nvPr>
            <p:custDataLst>
              <p:tags r:id="rId47"/>
            </p:custDataLst>
          </p:nvPr>
        </p:nvSpPr>
        <p:spPr bwMode="auto">
          <a:xfrm>
            <a:off x="531813" y="5326063"/>
            <a:ext cx="2206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3CFAA68-537E-4B0C-941B-630DCB83EA14}" type="datetime''''''' ''''''6''''''''m ''''''''''''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6m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14</a:t>
            </a:r>
          </a:p>
        </p:txBody>
      </p:sp>
      <p:sp>
        <p:nvSpPr>
          <p:cNvPr id="287" name="Text Placeholder 2">
            <a:extLst>
              <a:ext uri="{FF2B5EF4-FFF2-40B4-BE49-F238E27FC236}">
                <a16:creationId xmlns:a16="http://schemas.microsoft.com/office/drawing/2014/main" id="{2C9F9376-EADC-EEA9-BCC6-AB069D7DF018}"/>
              </a:ext>
            </a:extLst>
          </p:cNvPr>
          <p:cNvSpPr>
            <a:spLocks/>
          </p:cNvSpPr>
          <p:nvPr>
            <p:custDataLst>
              <p:tags r:id="rId48"/>
            </p:custDataLst>
          </p:nvPr>
        </p:nvSpPr>
        <p:spPr bwMode="auto">
          <a:xfrm>
            <a:off x="1539875" y="5588000"/>
            <a:ext cx="3143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E3B719E-55C4-4248-AF5B-48013E45706B}" type="datetime' ''''0''''.''''''''''''''''''''''''''''2m'''' 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0.2m </a:t>
            </a:fld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1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955AB6C7-6D7F-2F7A-0597-149E3130B40B}"/>
              </a:ext>
            </a:extLst>
          </p:cNvPr>
          <p:cNvGraphicFramePr/>
          <p:nvPr>
            <p:custDataLst>
              <p:tags r:id="rId49"/>
            </p:custDataLst>
          </p:nvPr>
        </p:nvGraphicFramePr>
        <p:xfrm>
          <a:off x="2073275" y="5299075"/>
          <a:ext cx="1044575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7"/>
          </a:graphicData>
        </a:graphic>
      </p:graphicFrame>
      <p:sp>
        <p:nvSpPr>
          <p:cNvPr id="290" name="Text Placeholder 2">
            <a:extLst>
              <a:ext uri="{FF2B5EF4-FFF2-40B4-BE49-F238E27FC236}">
                <a16:creationId xmlns:a16="http://schemas.microsoft.com/office/drawing/2014/main" id="{679C0010-57FE-D5CB-0BBF-70A4A87B86C5}"/>
              </a:ext>
            </a:extLst>
          </p:cNvPr>
          <p:cNvSpPr>
            <a:spLocks/>
          </p:cNvSpPr>
          <p:nvPr>
            <p:custDataLst>
              <p:tags r:id="rId50"/>
            </p:custDataLst>
          </p:nvPr>
        </p:nvSpPr>
        <p:spPr bwMode="auto">
          <a:xfrm>
            <a:off x="1892300" y="5486400"/>
            <a:ext cx="2873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78CC166-32C7-457C-ACBA-EE43917210B0}" type="datetime''''''' 2''''''0''''''''''''''''''''''''''m'' 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20m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20</a:t>
            </a:r>
          </a:p>
        </p:txBody>
      </p:sp>
      <p:sp>
        <p:nvSpPr>
          <p:cNvPr id="291" name="Text Placeholder 2">
            <a:extLst>
              <a:ext uri="{FF2B5EF4-FFF2-40B4-BE49-F238E27FC236}">
                <a16:creationId xmlns:a16="http://schemas.microsoft.com/office/drawing/2014/main" id="{2498ECDB-B738-CD7D-6065-820C621872FD}"/>
              </a:ext>
            </a:extLst>
          </p:cNvPr>
          <p:cNvSpPr>
            <a:spLocks/>
          </p:cNvSpPr>
          <p:nvPr>
            <p:custDataLst>
              <p:tags r:id="rId51"/>
            </p:custDataLst>
          </p:nvPr>
        </p:nvSpPr>
        <p:spPr bwMode="auto">
          <a:xfrm>
            <a:off x="3005138" y="5432425"/>
            <a:ext cx="2571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60409F0-A326-4CEC-846B-186733841E60}" type="datetime' ''15''''''''''''''''''''''m'''''''' ''''''''''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15m </a:t>
            </a:fld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52</a:t>
            </a:r>
          </a:p>
        </p:txBody>
      </p:sp>
      <p:sp>
        <p:nvSpPr>
          <p:cNvPr id="461" name="Text Placeholder 2">
            <a:extLst>
              <a:ext uri="{FF2B5EF4-FFF2-40B4-BE49-F238E27FC236}">
                <a16:creationId xmlns:a16="http://schemas.microsoft.com/office/drawing/2014/main" id="{4D994851-E26C-F70A-A83A-913A842744D0}"/>
              </a:ext>
            </a:extLst>
          </p:cNvPr>
          <p:cNvSpPr>
            <a:spLocks/>
          </p:cNvSpPr>
          <p:nvPr>
            <p:custDataLst>
              <p:tags r:id="rId52"/>
            </p:custDataLst>
          </p:nvPr>
        </p:nvSpPr>
        <p:spPr bwMode="auto">
          <a:xfrm>
            <a:off x="2695575" y="6132513"/>
            <a:ext cx="2460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315F8AF-79D6-4729-B4B9-106FDF713C84}" type="datetime''''''''''''''''''''''' ''''''4''''''''''m '''''''''">
              <a:rPr kumimoji="0" lang="en-US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4m </a:t>
            </a:fld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 # 24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59C24FD5-5543-FCA0-A6A7-B67C284AB4C6}"/>
              </a:ext>
            </a:extLst>
          </p:cNvPr>
          <p:cNvGraphicFramePr/>
          <p:nvPr>
            <p:custDataLst>
              <p:tags r:id="rId53"/>
            </p:custDataLst>
          </p:nvPr>
        </p:nvGraphicFramePr>
        <p:xfrm>
          <a:off x="6491288" y="5299075"/>
          <a:ext cx="1044575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8"/>
          </a:graphicData>
        </a:graphic>
      </p:graphicFrame>
      <p:sp>
        <p:nvSpPr>
          <p:cNvPr id="482" name="Arc 481">
            <a:extLst>
              <a:ext uri="{FF2B5EF4-FFF2-40B4-BE49-F238E27FC236}">
                <a16:creationId xmlns:a16="http://schemas.microsoft.com/office/drawing/2014/main" id="{138F400C-6324-9907-56AE-6B23F450BF35}"/>
              </a:ext>
            </a:extLst>
          </p:cNvPr>
          <p:cNvSpPr/>
          <p:nvPr>
            <p:custDataLst>
              <p:tags r:id="rId54"/>
            </p:custDataLst>
          </p:nvPr>
        </p:nvSpPr>
        <p:spPr bwMode="gray">
          <a:xfrm>
            <a:off x="6646863" y="5381625"/>
            <a:ext cx="733425" cy="733425"/>
          </a:xfrm>
          <a:prstGeom prst="arc">
            <a:avLst>
              <a:gd name="adj1" fmla="val 234"/>
              <a:gd name="adj2" fmla="val 0"/>
            </a:avLst>
          </a:prstGeom>
          <a:noFill/>
          <a:ln w="9525" cap="flat" cmpd="sng" algn="ctr">
            <a:solidFill>
              <a:srgbClr val="B2B2B2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302" name="Text Placeholder 2">
            <a:extLst>
              <a:ext uri="{FF2B5EF4-FFF2-40B4-BE49-F238E27FC236}">
                <a16:creationId xmlns:a16="http://schemas.microsoft.com/office/drawing/2014/main" id="{2794381A-1EE2-6C7D-0A32-F111D2F6E553}"/>
              </a:ext>
            </a:extLst>
          </p:cNvPr>
          <p:cNvSpPr>
            <a:spLocks/>
          </p:cNvSpPr>
          <p:nvPr>
            <p:custDataLst>
              <p:tags r:id="rId55"/>
            </p:custDataLst>
          </p:nvPr>
        </p:nvSpPr>
        <p:spPr bwMode="auto">
          <a:xfrm>
            <a:off x="6378575" y="5597525"/>
            <a:ext cx="2174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C354711-93C7-449D-8CA3-91DA5EE76579}" type="datetime''''''''''' ''''''''''''''''''''''''''''2''''''m'''''' 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2m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4</a:t>
            </a:r>
          </a:p>
        </p:txBody>
      </p:sp>
      <p:cxnSp>
        <p:nvCxnSpPr>
          <p:cNvPr id="396" name="Straight Connector 395">
            <a:extLst>
              <a:ext uri="{FF2B5EF4-FFF2-40B4-BE49-F238E27FC236}">
                <a16:creationId xmlns:a16="http://schemas.microsoft.com/office/drawing/2014/main" id="{FBDD360E-291E-B556-C347-4557156DFD1B}"/>
              </a:ext>
            </a:extLst>
          </p:cNvPr>
          <p:cNvCxnSpPr/>
          <p:nvPr>
            <p:custDataLst>
              <p:tags r:id="rId56"/>
            </p:custDataLst>
          </p:nvPr>
        </p:nvCxnSpPr>
        <p:spPr bwMode="gray">
          <a:xfrm>
            <a:off x="8266113" y="6019800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7" name="Straight Connector 396">
            <a:extLst>
              <a:ext uri="{FF2B5EF4-FFF2-40B4-BE49-F238E27FC236}">
                <a16:creationId xmlns:a16="http://schemas.microsoft.com/office/drawing/2014/main" id="{DC764B15-98CB-4B25-A763-DD757E37153B}"/>
              </a:ext>
            </a:extLst>
          </p:cNvPr>
          <p:cNvCxnSpPr/>
          <p:nvPr>
            <p:custDataLst>
              <p:tags r:id="rId57"/>
            </p:custDataLst>
          </p:nvPr>
        </p:nvCxnSpPr>
        <p:spPr bwMode="gray">
          <a:xfrm>
            <a:off x="8574088" y="5707063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8" name="Straight Connector 397">
            <a:extLst>
              <a:ext uri="{FF2B5EF4-FFF2-40B4-BE49-F238E27FC236}">
                <a16:creationId xmlns:a16="http://schemas.microsoft.com/office/drawing/2014/main" id="{8BB053FC-1521-9034-AAEE-D5FFDC07270A}"/>
              </a:ext>
            </a:extLst>
          </p:cNvPr>
          <p:cNvCxnSpPr/>
          <p:nvPr>
            <p:custDataLst>
              <p:tags r:id="rId58"/>
            </p:custDataLst>
          </p:nvPr>
        </p:nvCxnSpPr>
        <p:spPr bwMode="gray">
          <a:xfrm>
            <a:off x="8882063" y="512762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9" name="Straight Connector 398">
            <a:extLst>
              <a:ext uri="{FF2B5EF4-FFF2-40B4-BE49-F238E27FC236}">
                <a16:creationId xmlns:a16="http://schemas.microsoft.com/office/drawing/2014/main" id="{8E1D35AD-2224-50F4-95F2-11164E8C8A31}"/>
              </a:ext>
            </a:extLst>
          </p:cNvPr>
          <p:cNvCxnSpPr/>
          <p:nvPr>
            <p:custDataLst>
              <p:tags r:id="rId59"/>
            </p:custDataLst>
          </p:nvPr>
        </p:nvCxnSpPr>
        <p:spPr bwMode="gray">
          <a:xfrm>
            <a:off x="9190038" y="512762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A797DA1B-0A0D-286F-C086-7F20F80EBBD3}"/>
              </a:ext>
            </a:extLst>
          </p:cNvPr>
          <p:cNvCxnSpPr/>
          <p:nvPr>
            <p:custDataLst>
              <p:tags r:id="rId60"/>
            </p:custDataLst>
          </p:nvPr>
        </p:nvCxnSpPr>
        <p:spPr bwMode="gray">
          <a:xfrm>
            <a:off x="9498013" y="511492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4" name="Rectangle 453">
            <a:extLst>
              <a:ext uri="{FF2B5EF4-FFF2-40B4-BE49-F238E27FC236}">
                <a16:creationId xmlns:a16="http://schemas.microsoft.com/office/drawing/2014/main" id="{262FAA24-1675-E14A-D80D-0F4337EBC6BB}"/>
              </a:ext>
            </a:extLst>
          </p:cNvPr>
          <p:cNvSpPr/>
          <p:nvPr>
            <p:custDataLst>
              <p:tags r:id="rId61"/>
            </p:custDataLst>
          </p:nvPr>
        </p:nvSpPr>
        <p:spPr bwMode="auto">
          <a:xfrm>
            <a:off x="9018588" y="5124450"/>
            <a:ext cx="171450" cy="6350"/>
          </a:xfrm>
          <a:prstGeom prst="rect">
            <a:avLst/>
          </a:prstGeom>
          <a:solidFill>
            <a:srgbClr val="D6A300"/>
          </a:solidFill>
          <a:ln w="952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D77DA225-ECB7-9756-2734-980204235A7F}"/>
              </a:ext>
            </a:extLst>
          </p:cNvPr>
          <p:cNvGraphicFramePr/>
          <p:nvPr>
            <p:custDataLst>
              <p:tags r:id="rId62"/>
            </p:custDataLst>
          </p:nvPr>
        </p:nvGraphicFramePr>
        <p:xfrm>
          <a:off x="7943850" y="5032375"/>
          <a:ext cx="2012950" cy="1108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9"/>
          </a:graphicData>
        </a:graphic>
      </p:graphicFrame>
      <p:cxnSp>
        <p:nvCxnSpPr>
          <p:cNvPr id="501" name="Straight Connector 500">
            <a:extLst>
              <a:ext uri="{FF2B5EF4-FFF2-40B4-BE49-F238E27FC236}">
                <a16:creationId xmlns:a16="http://schemas.microsoft.com/office/drawing/2014/main" id="{ACF7BC13-9B5C-7EA7-80F5-CB5040F75A94}"/>
              </a:ext>
            </a:extLst>
          </p:cNvPr>
          <p:cNvCxnSpPr/>
          <p:nvPr>
            <p:custDataLst>
              <p:tags r:id="rId63"/>
            </p:custDataLst>
          </p:nvPr>
        </p:nvCxnSpPr>
        <p:spPr bwMode="auto">
          <a:xfrm flipH="1">
            <a:off x="9783763" y="5338763"/>
            <a:ext cx="349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3" name="Straight Connector 502">
            <a:extLst>
              <a:ext uri="{FF2B5EF4-FFF2-40B4-BE49-F238E27FC236}">
                <a16:creationId xmlns:a16="http://schemas.microsoft.com/office/drawing/2014/main" id="{B00EAB48-57CB-B3DE-24DA-4540F6C6F700}"/>
              </a:ext>
            </a:extLst>
          </p:cNvPr>
          <p:cNvCxnSpPr/>
          <p:nvPr>
            <p:custDataLst>
              <p:tags r:id="rId64"/>
            </p:custDataLst>
          </p:nvPr>
        </p:nvCxnSpPr>
        <p:spPr bwMode="auto">
          <a:xfrm flipH="1">
            <a:off x="9783763" y="5657850"/>
            <a:ext cx="349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4" name="Straight Connector 503">
            <a:extLst>
              <a:ext uri="{FF2B5EF4-FFF2-40B4-BE49-F238E27FC236}">
                <a16:creationId xmlns:a16="http://schemas.microsoft.com/office/drawing/2014/main" id="{E63E9EC5-9181-2915-C9F0-CB70286D6D0F}"/>
              </a:ext>
            </a:extLst>
          </p:cNvPr>
          <p:cNvCxnSpPr/>
          <p:nvPr>
            <p:custDataLst>
              <p:tags r:id="rId65"/>
            </p:custDataLst>
          </p:nvPr>
        </p:nvCxnSpPr>
        <p:spPr bwMode="auto">
          <a:xfrm flipH="1">
            <a:off x="9783763" y="5903913"/>
            <a:ext cx="349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5" name="Text Placeholder 2">
            <a:extLst>
              <a:ext uri="{FF2B5EF4-FFF2-40B4-BE49-F238E27FC236}">
                <a16:creationId xmlns:a16="http://schemas.microsoft.com/office/drawing/2014/main" id="{16F910A8-8EAE-C79B-242A-C7F04A82C9E3}"/>
              </a:ext>
            </a:extLst>
          </p:cNvPr>
          <p:cNvSpPr>
            <a:spLocks/>
          </p:cNvSpPr>
          <p:nvPr>
            <p:custDataLst>
              <p:tags r:id="rId66"/>
            </p:custDataLst>
          </p:nvPr>
        </p:nvSpPr>
        <p:spPr bwMode="auto">
          <a:xfrm>
            <a:off x="8032750" y="6088063"/>
            <a:ext cx="2968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7683917-C56F-4F6C-9A46-F32A9676BA24}" type="datetime'R''''''''''''e''''''t''a''''il'' ''As''''''''''s''''et''s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Retail Assets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06" name="Text Placeholder 2">
            <a:extLst>
              <a:ext uri="{FF2B5EF4-FFF2-40B4-BE49-F238E27FC236}">
                <a16:creationId xmlns:a16="http://schemas.microsoft.com/office/drawing/2014/main" id="{FC5F0FA7-3CC6-7000-8CBA-5FB6D1430FF1}"/>
              </a:ext>
            </a:extLst>
          </p:cNvPr>
          <p:cNvSpPr>
            <a:spLocks/>
          </p:cNvSpPr>
          <p:nvPr>
            <p:custDataLst>
              <p:tags r:id="rId67"/>
            </p:custDataLst>
          </p:nvPr>
        </p:nvSpPr>
        <p:spPr bwMode="auto">
          <a:xfrm>
            <a:off x="8350250" y="6088063"/>
            <a:ext cx="2778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AD8AE2D-683C-4E3B-A4BE-C81C2E6036A0}" type="datetime'''''''''''M''arke''''''''''''&#10;''''''t''i''''''n''''''''''g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Marke
ting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07" name="Text Placeholder 2">
            <a:extLst>
              <a:ext uri="{FF2B5EF4-FFF2-40B4-BE49-F238E27FC236}">
                <a16:creationId xmlns:a16="http://schemas.microsoft.com/office/drawing/2014/main" id="{47089A80-B95E-C150-5031-6BCF83AB3712}"/>
              </a:ext>
            </a:extLst>
          </p:cNvPr>
          <p:cNvSpPr>
            <a:spLocks/>
          </p:cNvSpPr>
          <p:nvPr>
            <p:custDataLst>
              <p:tags r:id="rId68"/>
            </p:custDataLst>
          </p:nvPr>
        </p:nvSpPr>
        <p:spPr bwMode="auto">
          <a:xfrm>
            <a:off x="8659813" y="6088063"/>
            <a:ext cx="2746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6E43D3D-21A2-48B1-9653-034F461957EB}" type="datetime'''''''''L''o''''g.'''''' &amp; ''''F''''u''''''''e''''l''''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Log. &amp; Fuel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08" name="Text Placeholder 2">
            <a:extLst>
              <a:ext uri="{FF2B5EF4-FFF2-40B4-BE49-F238E27FC236}">
                <a16:creationId xmlns:a16="http://schemas.microsoft.com/office/drawing/2014/main" id="{27C7753B-98C2-26BA-7AFE-94F85ECD3214}"/>
              </a:ext>
            </a:extLst>
          </p:cNvPr>
          <p:cNvSpPr>
            <a:spLocks/>
          </p:cNvSpPr>
          <p:nvPr>
            <p:custDataLst>
              <p:tags r:id="rId69"/>
            </p:custDataLst>
          </p:nvPr>
        </p:nvSpPr>
        <p:spPr bwMode="auto">
          <a:xfrm>
            <a:off x="8974138" y="6088063"/>
            <a:ext cx="2603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5554E97-0D80-4247-BB65-E331BE568BD5}" type="datetime'Co''''''''n''''''''v''''''''''''''''''. ''Ret''''ai''''''l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Conv. Retail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09" name="Text Placeholder 2">
            <a:extLst>
              <a:ext uri="{FF2B5EF4-FFF2-40B4-BE49-F238E27FC236}">
                <a16:creationId xmlns:a16="http://schemas.microsoft.com/office/drawing/2014/main" id="{665A3497-C242-1F8F-1905-C9884449DE10}"/>
              </a:ext>
            </a:extLst>
          </p:cNvPr>
          <p:cNvSpPr>
            <a:spLocks/>
          </p:cNvSpPr>
          <p:nvPr>
            <p:custDataLst>
              <p:tags r:id="rId70"/>
            </p:custDataLst>
          </p:nvPr>
        </p:nvSpPr>
        <p:spPr bwMode="auto">
          <a:xfrm>
            <a:off x="9258301" y="6088064"/>
            <a:ext cx="307975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2C55BDF-2A28-4B44-A3AA-9713F01AD6BF}" type="datetime'''''''O''t''h''''e''''''''''''''''''r''''s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Others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98" name="Text Placeholder 2">
            <a:extLst>
              <a:ext uri="{FF2B5EF4-FFF2-40B4-BE49-F238E27FC236}">
                <a16:creationId xmlns:a16="http://schemas.microsoft.com/office/drawing/2014/main" id="{BB299356-11F9-8AE7-CDC4-DB5997855DC2}"/>
              </a:ext>
            </a:extLst>
          </p:cNvPr>
          <p:cNvSpPr>
            <a:spLocks/>
          </p:cNvSpPr>
          <p:nvPr>
            <p:custDataLst>
              <p:tags r:id="rId71"/>
            </p:custDataLst>
          </p:nvPr>
        </p:nvSpPr>
        <p:spPr bwMode="gray">
          <a:xfrm>
            <a:off x="9818688" y="5291138"/>
            <a:ext cx="176213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0943052F-90A0-4DA7-99A8-2CE869E46B15}" type="datetime'''''''''''''''''''''''''''''3''''''''''''m'''''">
              <a:rPr kumimoji="0" lang="en-US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3m</a:t>
            </a:fld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99" name="Text Placeholder 2">
            <a:extLst>
              <a:ext uri="{FF2B5EF4-FFF2-40B4-BE49-F238E27FC236}">
                <a16:creationId xmlns:a16="http://schemas.microsoft.com/office/drawing/2014/main" id="{EEAD6E8C-F9BF-DFA2-DD2F-99BCF2011BA2}"/>
              </a:ext>
            </a:extLst>
          </p:cNvPr>
          <p:cNvSpPr>
            <a:spLocks/>
          </p:cNvSpPr>
          <p:nvPr>
            <p:custDataLst>
              <p:tags r:id="rId72"/>
            </p:custDataLst>
          </p:nvPr>
        </p:nvSpPr>
        <p:spPr bwMode="gray">
          <a:xfrm>
            <a:off x="9818688" y="5610225"/>
            <a:ext cx="153988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38A6AD41-C921-4BEE-9F43-09DEEF3EA508}" type="datetime'''''1''''''''''''''''''''''''''''''''''m'''''''''''''''''''''">
              <a:rPr kumimoji="0" lang="en-US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1m</a:t>
            </a:fld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00" name="Text Placeholder 2">
            <a:extLst>
              <a:ext uri="{FF2B5EF4-FFF2-40B4-BE49-F238E27FC236}">
                <a16:creationId xmlns:a16="http://schemas.microsoft.com/office/drawing/2014/main" id="{87733157-C5FB-85BD-FC9F-42F6CFEAE120}"/>
              </a:ext>
            </a:extLst>
          </p:cNvPr>
          <p:cNvSpPr>
            <a:spLocks/>
          </p:cNvSpPr>
          <p:nvPr>
            <p:custDataLst>
              <p:tags r:id="rId73"/>
            </p:custDataLst>
          </p:nvPr>
        </p:nvSpPr>
        <p:spPr bwMode="gray">
          <a:xfrm>
            <a:off x="9818689" y="5856288"/>
            <a:ext cx="174625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387C673D-6C4A-451A-84BC-608991ED7FFC}" type="datetime'''''''''2''''''''''''''''''''''''''''m'''''''''''''''''''">
              <a:rPr kumimoji="0" lang="en-US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2m</a:t>
            </a:fld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13" name="Text Placeholder 2">
            <a:extLst>
              <a:ext uri="{FF2B5EF4-FFF2-40B4-BE49-F238E27FC236}">
                <a16:creationId xmlns:a16="http://schemas.microsoft.com/office/drawing/2014/main" id="{7BABD910-0701-BF81-1904-A67560147424}"/>
              </a:ext>
            </a:extLst>
          </p:cNvPr>
          <p:cNvSpPr>
            <a:spLocks/>
          </p:cNvSpPr>
          <p:nvPr>
            <p:custDataLst>
              <p:tags r:id="rId74"/>
            </p:custDataLst>
          </p:nvPr>
        </p:nvSpPr>
        <p:spPr bwMode="auto">
          <a:xfrm>
            <a:off x="9609138" y="6088064"/>
            <a:ext cx="223838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B41E3E6-8F5E-412A-945D-8E501B06A678}" type="datetime'''''''''''''T''''''o''''''''t''''''''''''a''l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Total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64" name="Text Placeholder 2">
            <a:extLst>
              <a:ext uri="{FF2B5EF4-FFF2-40B4-BE49-F238E27FC236}">
                <a16:creationId xmlns:a16="http://schemas.microsoft.com/office/drawing/2014/main" id="{DA4E651E-6054-D309-820B-23C10D816BDF}"/>
              </a:ext>
            </a:extLst>
          </p:cNvPr>
          <p:cNvSpPr>
            <a:spLocks/>
          </p:cNvSpPr>
          <p:nvPr>
            <p:custDataLst>
              <p:tags r:id="rId75"/>
            </p:custDataLst>
          </p:nvPr>
        </p:nvSpPr>
        <p:spPr bwMode="gray">
          <a:xfrm>
            <a:off x="8010525" y="5884863"/>
            <a:ext cx="33972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317278CC-F6CB-4372-8179-DC42D3054005}" type="datetime''' 0''''''''''''.''''3''''m'''''''''''''''''''''''''' 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 0.3m 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68" name="Text Placeholder 2">
            <a:extLst>
              <a:ext uri="{FF2B5EF4-FFF2-40B4-BE49-F238E27FC236}">
                <a16:creationId xmlns:a16="http://schemas.microsoft.com/office/drawing/2014/main" id="{BF56094A-BCCB-2F45-4D7E-343E680FE4C1}"/>
              </a:ext>
            </a:extLst>
          </p:cNvPr>
          <p:cNvSpPr>
            <a:spLocks/>
          </p:cNvSpPr>
          <p:nvPr>
            <p:custDataLst>
              <p:tags r:id="rId76"/>
            </p:custDataLst>
          </p:nvPr>
        </p:nvSpPr>
        <p:spPr bwMode="gray">
          <a:xfrm>
            <a:off x="8366125" y="5572125"/>
            <a:ext cx="2460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7232AAAF-45ED-4A13-A40A-D9A63338219F}" type="datetime''''''''''''''' ''''''''''2''''''''''''''''''m'''''''''' 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 2m 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69" name="Text Placeholder 2">
            <a:extLst>
              <a:ext uri="{FF2B5EF4-FFF2-40B4-BE49-F238E27FC236}">
                <a16:creationId xmlns:a16="http://schemas.microsoft.com/office/drawing/2014/main" id="{EFDB3F07-CE21-A5F4-E430-D225E6CDBFC4}"/>
              </a:ext>
            </a:extLst>
          </p:cNvPr>
          <p:cNvSpPr>
            <a:spLocks/>
          </p:cNvSpPr>
          <p:nvPr>
            <p:custDataLst>
              <p:tags r:id="rId77"/>
            </p:custDataLst>
          </p:nvPr>
        </p:nvSpPr>
        <p:spPr bwMode="gray">
          <a:xfrm>
            <a:off x="8674100" y="4992688"/>
            <a:ext cx="2444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23AED9E6-46B9-4D1A-A72E-C22A9CD1DB0F}" type="datetime' ''''''''''''''''''''''''''''''''''4''m'''' 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 4m 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71" name="Text Placeholder 2">
            <a:extLst>
              <a:ext uri="{FF2B5EF4-FFF2-40B4-BE49-F238E27FC236}">
                <a16:creationId xmlns:a16="http://schemas.microsoft.com/office/drawing/2014/main" id="{92822D83-8E1F-DEB3-BEC6-3F953A2681B0}"/>
              </a:ext>
            </a:extLst>
          </p:cNvPr>
          <p:cNvSpPr>
            <a:spLocks/>
          </p:cNvSpPr>
          <p:nvPr>
            <p:custDataLst>
              <p:tags r:id="rId78"/>
            </p:custDataLst>
          </p:nvPr>
        </p:nvSpPr>
        <p:spPr bwMode="gray">
          <a:xfrm>
            <a:off x="9064625" y="4992688"/>
            <a:ext cx="809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-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74" name="Text Placeholder 2">
            <a:extLst>
              <a:ext uri="{FF2B5EF4-FFF2-40B4-BE49-F238E27FC236}">
                <a16:creationId xmlns:a16="http://schemas.microsoft.com/office/drawing/2014/main" id="{4BBA6026-C1FB-6777-0B37-19AF31721D87}"/>
              </a:ext>
            </a:extLst>
          </p:cNvPr>
          <p:cNvSpPr>
            <a:spLocks/>
          </p:cNvSpPr>
          <p:nvPr>
            <p:custDataLst>
              <p:tags r:id="rId79"/>
            </p:custDataLst>
          </p:nvPr>
        </p:nvSpPr>
        <p:spPr bwMode="gray">
          <a:xfrm>
            <a:off x="9255125" y="4979988"/>
            <a:ext cx="31432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3BD23527-0F18-4FF2-9D49-FCC26DD0E725}" type="datetime''''' ''''''''''''''''''''''''''''0''''''''.''''1''m'''''' 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 0.1m 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78" name="Text Placeholder 2">
            <a:extLst>
              <a:ext uri="{FF2B5EF4-FFF2-40B4-BE49-F238E27FC236}">
                <a16:creationId xmlns:a16="http://schemas.microsoft.com/office/drawing/2014/main" id="{2FCF0922-56BD-4484-6979-E22AFE4102CC}"/>
              </a:ext>
            </a:extLst>
          </p:cNvPr>
          <p:cNvSpPr>
            <a:spLocks/>
          </p:cNvSpPr>
          <p:nvPr>
            <p:custDataLst>
              <p:tags r:id="rId80"/>
            </p:custDataLst>
          </p:nvPr>
        </p:nvSpPr>
        <p:spPr bwMode="gray">
          <a:xfrm>
            <a:off x="9620250" y="4979988"/>
            <a:ext cx="20002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F8AB3AAE-F3C4-4F9C-9582-8AF896B71A64}" type="datetime'''''''''''''''''6''''''''''''m''''''''''''''''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6m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AB8B1C23-7792-2B55-E5CC-0F3718C61868}"/>
              </a:ext>
            </a:extLst>
          </p:cNvPr>
          <p:cNvCxnSpPr/>
          <p:nvPr>
            <p:custDataLst>
              <p:tags r:id="rId81"/>
            </p:custDataLst>
          </p:nvPr>
        </p:nvCxnSpPr>
        <p:spPr bwMode="gray">
          <a:xfrm>
            <a:off x="8266113" y="4019550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1" name="Straight Connector 420">
            <a:extLst>
              <a:ext uri="{FF2B5EF4-FFF2-40B4-BE49-F238E27FC236}">
                <a16:creationId xmlns:a16="http://schemas.microsoft.com/office/drawing/2014/main" id="{35984080-1A9A-8ED7-1081-33B2A29BADFF}"/>
              </a:ext>
            </a:extLst>
          </p:cNvPr>
          <p:cNvCxnSpPr/>
          <p:nvPr>
            <p:custDataLst>
              <p:tags r:id="rId82"/>
            </p:custDataLst>
          </p:nvPr>
        </p:nvCxnSpPr>
        <p:spPr bwMode="gray">
          <a:xfrm>
            <a:off x="8574088" y="3802063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2" name="Straight Connector 421">
            <a:extLst>
              <a:ext uri="{FF2B5EF4-FFF2-40B4-BE49-F238E27FC236}">
                <a16:creationId xmlns:a16="http://schemas.microsoft.com/office/drawing/2014/main" id="{C611632A-40AB-9FB7-4806-E20CAFF74D61}"/>
              </a:ext>
            </a:extLst>
          </p:cNvPr>
          <p:cNvCxnSpPr/>
          <p:nvPr>
            <p:custDataLst>
              <p:tags r:id="rId83"/>
            </p:custDataLst>
          </p:nvPr>
        </p:nvCxnSpPr>
        <p:spPr bwMode="gray">
          <a:xfrm>
            <a:off x="8882063" y="2819400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3AC1597A-6918-1571-3EEF-B69F6410D354}"/>
              </a:ext>
            </a:extLst>
          </p:cNvPr>
          <p:cNvCxnSpPr/>
          <p:nvPr>
            <p:custDataLst>
              <p:tags r:id="rId84"/>
            </p:custDataLst>
          </p:nvPr>
        </p:nvCxnSpPr>
        <p:spPr bwMode="gray">
          <a:xfrm>
            <a:off x="9190038" y="2819400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4" name="Straight Connector 423">
            <a:extLst>
              <a:ext uri="{FF2B5EF4-FFF2-40B4-BE49-F238E27FC236}">
                <a16:creationId xmlns:a16="http://schemas.microsoft.com/office/drawing/2014/main" id="{17B7BB9B-BFD6-98ED-968A-71DA3209EBE3}"/>
              </a:ext>
            </a:extLst>
          </p:cNvPr>
          <p:cNvCxnSpPr/>
          <p:nvPr>
            <p:custDataLst>
              <p:tags r:id="rId85"/>
            </p:custDataLst>
          </p:nvPr>
        </p:nvCxnSpPr>
        <p:spPr bwMode="gray">
          <a:xfrm>
            <a:off x="9498013" y="280987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6E9955E2-5A64-01C3-D4C6-1E843D0135BD}"/>
              </a:ext>
            </a:extLst>
          </p:cNvPr>
          <p:cNvSpPr/>
          <p:nvPr>
            <p:custDataLst>
              <p:tags r:id="rId86"/>
            </p:custDataLst>
          </p:nvPr>
        </p:nvSpPr>
        <p:spPr bwMode="auto">
          <a:xfrm>
            <a:off x="9018588" y="2816225"/>
            <a:ext cx="171450" cy="6350"/>
          </a:xfrm>
          <a:prstGeom prst="rect">
            <a:avLst/>
          </a:prstGeom>
          <a:solidFill>
            <a:srgbClr val="D6A300"/>
          </a:solidFill>
          <a:ln w="952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671BB6-BCCE-263C-00A6-67B6EF9A2A20}"/>
              </a:ext>
            </a:extLst>
          </p:cNvPr>
          <p:cNvSpPr/>
          <p:nvPr>
            <p:custDataLst>
              <p:tags r:id="rId87"/>
            </p:custDataLst>
          </p:nvPr>
        </p:nvSpPr>
        <p:spPr bwMode="auto">
          <a:xfrm>
            <a:off x="9326563" y="2809875"/>
            <a:ext cx="171450" cy="9525"/>
          </a:xfrm>
          <a:prstGeom prst="rect">
            <a:avLst/>
          </a:prstGeom>
          <a:solidFill>
            <a:srgbClr val="D6A300"/>
          </a:solidFill>
          <a:ln w="952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FB1D3B08-1233-7BB6-5C96-3E33EB2BD299}"/>
              </a:ext>
            </a:extLst>
          </p:cNvPr>
          <p:cNvGraphicFramePr/>
          <p:nvPr>
            <p:custDataLst>
              <p:tags r:id="rId88"/>
            </p:custDataLst>
          </p:nvPr>
        </p:nvGraphicFramePr>
        <p:xfrm>
          <a:off x="7943850" y="2727325"/>
          <a:ext cx="2012950" cy="1401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0"/>
          </a:graphicData>
        </a:graphic>
      </p:graphicFrame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FAD60C7-9187-8985-648E-ABFA5B25E343}"/>
              </a:ext>
            </a:extLst>
          </p:cNvPr>
          <p:cNvCxnSpPr/>
          <p:nvPr>
            <p:custDataLst>
              <p:tags r:id="rId89"/>
            </p:custDataLst>
          </p:nvPr>
        </p:nvCxnSpPr>
        <p:spPr bwMode="auto">
          <a:xfrm flipH="1">
            <a:off x="9783763" y="3013075"/>
            <a:ext cx="349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46176AE-5F8B-AE23-F917-AE143B33D1D9}"/>
              </a:ext>
            </a:extLst>
          </p:cNvPr>
          <p:cNvCxnSpPr/>
          <p:nvPr>
            <p:custDataLst>
              <p:tags r:id="rId90"/>
            </p:custDataLst>
          </p:nvPr>
        </p:nvCxnSpPr>
        <p:spPr bwMode="auto">
          <a:xfrm flipH="1">
            <a:off x="9783763" y="3311525"/>
            <a:ext cx="349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8ED4CCD5-D11A-9907-34E6-343EE3864E8B}"/>
              </a:ext>
            </a:extLst>
          </p:cNvPr>
          <p:cNvCxnSpPr>
            <a:cxnSpLocks/>
          </p:cNvCxnSpPr>
          <p:nvPr>
            <p:custDataLst>
              <p:tags r:id="rId91"/>
            </p:custDataLst>
          </p:nvPr>
        </p:nvCxnSpPr>
        <p:spPr bwMode="gray">
          <a:xfrm flipH="1">
            <a:off x="9783763" y="3725863"/>
            <a:ext cx="34925" cy="0"/>
          </a:xfrm>
          <a:prstGeom prst="line">
            <a:avLst/>
          </a:prstGeom>
          <a:ln w="635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9" name="Text Placeholder 2">
            <a:extLst>
              <a:ext uri="{FF2B5EF4-FFF2-40B4-BE49-F238E27FC236}">
                <a16:creationId xmlns:a16="http://schemas.microsoft.com/office/drawing/2014/main" id="{6EB863F5-B122-FB11-8408-1887CC10F98E}"/>
              </a:ext>
            </a:extLst>
          </p:cNvPr>
          <p:cNvSpPr>
            <a:spLocks/>
          </p:cNvSpPr>
          <p:nvPr>
            <p:custDataLst>
              <p:tags r:id="rId92"/>
            </p:custDataLst>
          </p:nvPr>
        </p:nvSpPr>
        <p:spPr bwMode="auto">
          <a:xfrm>
            <a:off x="8032750" y="4076700"/>
            <a:ext cx="2968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111294D-428E-46D0-87FB-95C86FF9328D}" type="datetime'''''R''''etai''''''''l'''' ''''''''As''s''''''''''''et''''s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Retail Assets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0" name="Text Placeholder 2">
            <a:extLst>
              <a:ext uri="{FF2B5EF4-FFF2-40B4-BE49-F238E27FC236}">
                <a16:creationId xmlns:a16="http://schemas.microsoft.com/office/drawing/2014/main" id="{BC6A1C55-565C-C423-CC45-4E345ED7E302}"/>
              </a:ext>
            </a:extLst>
          </p:cNvPr>
          <p:cNvSpPr>
            <a:spLocks/>
          </p:cNvSpPr>
          <p:nvPr>
            <p:custDataLst>
              <p:tags r:id="rId93"/>
            </p:custDataLst>
          </p:nvPr>
        </p:nvSpPr>
        <p:spPr bwMode="auto">
          <a:xfrm>
            <a:off x="8350250" y="4076700"/>
            <a:ext cx="2778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1FC19B6-0168-4398-BD2B-FF1877C4454D}" type="datetime'M''''''''''''a''''rk''''e''&#10;t''''''''''''''''''''''i''ng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Marke
ting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1" name="Text Placeholder 2">
            <a:extLst>
              <a:ext uri="{FF2B5EF4-FFF2-40B4-BE49-F238E27FC236}">
                <a16:creationId xmlns:a16="http://schemas.microsoft.com/office/drawing/2014/main" id="{1029AAA2-3E3B-5435-AB14-367551DB66A5}"/>
              </a:ext>
            </a:extLst>
          </p:cNvPr>
          <p:cNvSpPr>
            <a:spLocks/>
          </p:cNvSpPr>
          <p:nvPr>
            <p:custDataLst>
              <p:tags r:id="rId94"/>
            </p:custDataLst>
          </p:nvPr>
        </p:nvSpPr>
        <p:spPr bwMode="auto">
          <a:xfrm>
            <a:off x="8659813" y="4076700"/>
            <a:ext cx="2746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C813544-0651-4234-9FE3-1B913E3471E0}" type="datetime'''''Lo''''''''g''. &amp;'''''''''''' F''ue''''l''''''''''''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Log. &amp; Fuel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2" name="Text Placeholder 2">
            <a:extLst>
              <a:ext uri="{FF2B5EF4-FFF2-40B4-BE49-F238E27FC236}">
                <a16:creationId xmlns:a16="http://schemas.microsoft.com/office/drawing/2014/main" id="{F77A3CED-8524-3E46-2902-57A032378437}"/>
              </a:ext>
            </a:extLst>
          </p:cNvPr>
          <p:cNvSpPr>
            <a:spLocks/>
          </p:cNvSpPr>
          <p:nvPr>
            <p:custDataLst>
              <p:tags r:id="rId95"/>
            </p:custDataLst>
          </p:nvPr>
        </p:nvSpPr>
        <p:spPr bwMode="auto">
          <a:xfrm>
            <a:off x="8974138" y="4076700"/>
            <a:ext cx="2603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5F1D4E1-7E4E-4027-BA55-5783BAAC5B4D}" type="datetime'''C''o''''''nv. Re''t''''''''a''''''''''''''''i''''''''l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Conv. Retail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3" name="Text Placeholder 2">
            <a:extLst>
              <a:ext uri="{FF2B5EF4-FFF2-40B4-BE49-F238E27FC236}">
                <a16:creationId xmlns:a16="http://schemas.microsoft.com/office/drawing/2014/main" id="{62050F04-B172-C0ED-3A26-860CA840F34A}"/>
              </a:ext>
            </a:extLst>
          </p:cNvPr>
          <p:cNvSpPr>
            <a:spLocks/>
          </p:cNvSpPr>
          <p:nvPr>
            <p:custDataLst>
              <p:tags r:id="rId96"/>
            </p:custDataLst>
          </p:nvPr>
        </p:nvSpPr>
        <p:spPr bwMode="auto">
          <a:xfrm>
            <a:off x="9258301" y="4076701"/>
            <a:ext cx="307975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5226B37-4D9B-4A59-8682-07739D44D4C3}" type="datetime'''''''''''''''''''''''''Ot''''''''''h''''''''''''''''''''ers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Others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A7CE4E87-7E1E-D698-12F9-E9A54EA57147}"/>
              </a:ext>
            </a:extLst>
          </p:cNvPr>
          <p:cNvSpPr>
            <a:spLocks/>
          </p:cNvSpPr>
          <p:nvPr>
            <p:custDataLst>
              <p:tags r:id="rId97"/>
            </p:custDataLst>
          </p:nvPr>
        </p:nvSpPr>
        <p:spPr bwMode="gray">
          <a:xfrm>
            <a:off x="9818687" y="2960688"/>
            <a:ext cx="173038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F46B595-C823-421E-9318-7812170C4391}" type="datetime'''4''''''''m'''''''''''''''''''''''''''''''">
              <a:rPr kumimoji="0" lang="en-US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4m</a:t>
            </a:fld>
            <a:endParaRPr kumimoji="0" lang="en-DE" altLang="en-US" sz="7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D030A23-4454-23B2-C1B6-9C7886BD4CEE}"/>
              </a:ext>
            </a:extLst>
          </p:cNvPr>
          <p:cNvSpPr>
            <a:spLocks/>
          </p:cNvSpPr>
          <p:nvPr>
            <p:custDataLst>
              <p:tags r:id="rId98"/>
            </p:custDataLst>
          </p:nvPr>
        </p:nvSpPr>
        <p:spPr bwMode="gray">
          <a:xfrm>
            <a:off x="9818687" y="3259138"/>
            <a:ext cx="174625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B845AC2-1CE1-4653-A15A-BDA70395C09E}" type="datetime'''''''''''''2''''''m'">
              <a:rPr kumimoji="0" lang="en-US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2m</a:t>
            </a:fld>
            <a:endParaRPr kumimoji="0" lang="en-DE" altLang="en-US" sz="7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6" name="Text Placeholder 2">
            <a:extLst>
              <a:ext uri="{FF2B5EF4-FFF2-40B4-BE49-F238E27FC236}">
                <a16:creationId xmlns:a16="http://schemas.microsoft.com/office/drawing/2014/main" id="{93BCE78C-EF26-9F75-8B47-4BF4F9395AF9}"/>
              </a:ext>
            </a:extLst>
          </p:cNvPr>
          <p:cNvSpPr>
            <a:spLocks/>
          </p:cNvSpPr>
          <p:nvPr>
            <p:custDataLst>
              <p:tags r:id="rId99"/>
            </p:custDataLst>
          </p:nvPr>
        </p:nvSpPr>
        <p:spPr bwMode="gray">
          <a:xfrm>
            <a:off x="9818688" y="3673475"/>
            <a:ext cx="165100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102C497-1139-4EA1-9268-17C44BCFE854}" type="datetime'''''''''''''''''''''''''7''''''m'">
              <a:rPr kumimoji="0" lang="en-GB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7m</a:t>
            </a:fld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37" name="Text Placeholder 2">
            <a:extLst>
              <a:ext uri="{FF2B5EF4-FFF2-40B4-BE49-F238E27FC236}">
                <a16:creationId xmlns:a16="http://schemas.microsoft.com/office/drawing/2014/main" id="{0A830638-EE05-04E2-6914-A21D3A2CC114}"/>
              </a:ext>
            </a:extLst>
          </p:cNvPr>
          <p:cNvSpPr>
            <a:spLocks/>
          </p:cNvSpPr>
          <p:nvPr>
            <p:custDataLst>
              <p:tags r:id="rId100"/>
            </p:custDataLst>
          </p:nvPr>
        </p:nvSpPr>
        <p:spPr bwMode="auto">
          <a:xfrm>
            <a:off x="9609138" y="4076701"/>
            <a:ext cx="223838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F1C0D21-7E76-4A2F-BA87-B85AA80F8CFE}" type="datetime'To''''''''t''''''''''''''''''''''''''''''a''''l''''''''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Total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6292C239-1E4A-06A3-08E2-9C047A0CC907}"/>
              </a:ext>
            </a:extLst>
          </p:cNvPr>
          <p:cNvSpPr>
            <a:spLocks/>
          </p:cNvSpPr>
          <p:nvPr>
            <p:custDataLst>
              <p:tags r:id="rId101"/>
            </p:custDataLst>
          </p:nvPr>
        </p:nvSpPr>
        <p:spPr bwMode="gray">
          <a:xfrm>
            <a:off x="8010525" y="3884613"/>
            <a:ext cx="33972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01E0F5DA-9F59-49AB-9A9C-B53F8F94F7A7}" type="datetime' ''''0.''''3''''''''''''''''m'''''''''' ''''''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 0.3m 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8CDCDB9C-D6B7-11D0-0C29-7ED9794AB14E}"/>
              </a:ext>
            </a:extLst>
          </p:cNvPr>
          <p:cNvSpPr>
            <a:spLocks/>
          </p:cNvSpPr>
          <p:nvPr>
            <p:custDataLst>
              <p:tags r:id="rId102"/>
            </p:custDataLst>
          </p:nvPr>
        </p:nvSpPr>
        <p:spPr bwMode="gray">
          <a:xfrm>
            <a:off x="8366125" y="3667125"/>
            <a:ext cx="2460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43BB22E8-79E4-4FDD-9E60-A9611B4070D4}" type="datetime''' ''2''''''''''''''''''''''''''''''''m'''''''' ''''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 2m 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B9A9EB30-3536-5465-0EED-B58BCCD08E6C}"/>
              </a:ext>
            </a:extLst>
          </p:cNvPr>
          <p:cNvSpPr>
            <a:spLocks/>
          </p:cNvSpPr>
          <p:nvPr>
            <p:custDataLst>
              <p:tags r:id="rId103"/>
            </p:custDataLst>
          </p:nvPr>
        </p:nvSpPr>
        <p:spPr bwMode="gray">
          <a:xfrm>
            <a:off x="8651875" y="2684463"/>
            <a:ext cx="2905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D62C4FA3-3EC8-4843-8871-75B728586256}" type="datetime''''''''''''''''''' 1''''''''''''''''0''''''''''''''m'''' 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 10m 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83E9D88A-E1C3-ED40-F841-A42AF04D41AB}"/>
              </a:ext>
            </a:extLst>
          </p:cNvPr>
          <p:cNvSpPr>
            <a:spLocks/>
          </p:cNvSpPr>
          <p:nvPr>
            <p:custDataLst>
              <p:tags r:id="rId104"/>
            </p:custDataLst>
          </p:nvPr>
        </p:nvSpPr>
        <p:spPr bwMode="gray">
          <a:xfrm>
            <a:off x="9064626" y="2684463"/>
            <a:ext cx="809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-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D11F60DD-EF80-8587-C331-8AE247367649}"/>
              </a:ext>
            </a:extLst>
          </p:cNvPr>
          <p:cNvSpPr>
            <a:spLocks/>
          </p:cNvSpPr>
          <p:nvPr>
            <p:custDataLst>
              <p:tags r:id="rId105"/>
            </p:custDataLst>
          </p:nvPr>
        </p:nvSpPr>
        <p:spPr bwMode="gray">
          <a:xfrm>
            <a:off x="9255125" y="2674938"/>
            <a:ext cx="31432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578A4F33-467B-461B-BA8F-3B44F33C33EF}" type="datetime''''''' ''''''''''''0''''''.''''''1m'''' 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 0.1m 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52" name="Text Placeholder 2">
            <a:extLst>
              <a:ext uri="{FF2B5EF4-FFF2-40B4-BE49-F238E27FC236}">
                <a16:creationId xmlns:a16="http://schemas.microsoft.com/office/drawing/2014/main" id="{EE4F30EB-9DC7-4323-DAC2-14F38E1B1891}"/>
              </a:ext>
            </a:extLst>
          </p:cNvPr>
          <p:cNvSpPr>
            <a:spLocks/>
          </p:cNvSpPr>
          <p:nvPr>
            <p:custDataLst>
              <p:tags r:id="rId106"/>
            </p:custDataLst>
          </p:nvPr>
        </p:nvSpPr>
        <p:spPr bwMode="gray">
          <a:xfrm>
            <a:off x="9604375" y="2674938"/>
            <a:ext cx="2317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BD233942-37CA-4700-82A2-EB484B39E82C}" type="datetime'''''''''''1''''''''''''''''''''''3m''''''''''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13m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02" name="Speech Bubble: Rectangle with Corners Rounded 501">
            <a:extLst>
              <a:ext uri="{FF2B5EF4-FFF2-40B4-BE49-F238E27FC236}">
                <a16:creationId xmlns:a16="http://schemas.microsoft.com/office/drawing/2014/main" id="{99479489-482B-9EE5-46B4-A195BB14DBCE}"/>
              </a:ext>
            </a:extLst>
          </p:cNvPr>
          <p:cNvSpPr/>
          <p:nvPr/>
        </p:nvSpPr>
        <p:spPr>
          <a:xfrm>
            <a:off x="9561776" y="2485775"/>
            <a:ext cx="684213" cy="144000"/>
          </a:xfrm>
          <a:prstGeom prst="wedgeRoundRectCallout">
            <a:avLst>
              <a:gd name="adj1" fmla="val 7748"/>
              <a:gd name="adj2" fmla="val 104500"/>
              <a:gd name="adj3" fmla="val 16667"/>
            </a:avLst>
          </a:prstGeom>
          <a:solidFill>
            <a:srgbClr val="004F00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14% of</a:t>
            </a:r>
            <a:r>
              <a:rPr kumimoji="0" lang="en-DE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</a:t>
            </a: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30</a:t>
            </a: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</a:t>
            </a: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F0486146-E663-2B2B-6C98-4EF5AF57E364}"/>
              </a:ext>
            </a:extLst>
          </p:cNvPr>
          <p:cNvSpPr/>
          <p:nvPr/>
        </p:nvSpPr>
        <p:spPr>
          <a:xfrm>
            <a:off x="5795975" y="2506935"/>
            <a:ext cx="1116000" cy="316800"/>
          </a:xfrm>
          <a:prstGeom prst="wedgeRoundRectCallout">
            <a:avLst>
              <a:gd name="adj1" fmla="val 16603"/>
              <a:gd name="adj2" fmla="val 67468"/>
              <a:gd name="adj3" fmla="val 16667"/>
            </a:avLst>
          </a:prstGeom>
          <a:solidFill>
            <a:srgbClr val="004F00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Completed</a:t>
            </a:r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Apr Total</a:t>
            </a:r>
            <a:r>
              <a:rPr kumimoji="0" lang="en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: </a:t>
            </a:r>
            <a:r>
              <a:rPr kumimoji="0" lang="de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30</a:t>
            </a:r>
            <a: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 (# 46)</a:t>
            </a:r>
            <a:b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</a:br>
            <a:r>
              <a:rPr kumimoji="0" lang="en-GB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Mar Total:  12m (# 34)</a:t>
            </a:r>
            <a:endParaRPr kumimoji="0" lang="en-GB" sz="700" b="0" i="1" u="none" strike="noStrike" kern="1200" cap="none" spc="-1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D1186B24-DC95-1905-EECC-ECAE8CC5893F}"/>
              </a:ext>
            </a:extLst>
          </p:cNvPr>
          <p:cNvGraphicFramePr/>
          <p:nvPr>
            <p:custDataLst>
              <p:tags r:id="rId107"/>
            </p:custDataLst>
          </p:nvPr>
        </p:nvGraphicFramePr>
        <p:xfrm>
          <a:off x="3546475" y="5299075"/>
          <a:ext cx="1044575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1"/>
          </a:graphicData>
        </a:graphic>
      </p:graphicFrame>
      <p:sp>
        <p:nvSpPr>
          <p:cNvPr id="505" name="Text Placeholder 2">
            <a:extLst>
              <a:ext uri="{FF2B5EF4-FFF2-40B4-BE49-F238E27FC236}">
                <a16:creationId xmlns:a16="http://schemas.microsoft.com/office/drawing/2014/main" id="{CC9083E6-E325-9241-C783-6E011B0D6CC2}"/>
              </a:ext>
            </a:extLst>
          </p:cNvPr>
          <p:cNvSpPr>
            <a:spLocks/>
          </p:cNvSpPr>
          <p:nvPr>
            <p:custDataLst>
              <p:tags r:id="rId108"/>
            </p:custDataLst>
          </p:nvPr>
        </p:nvSpPr>
        <p:spPr bwMode="auto">
          <a:xfrm>
            <a:off x="4486275" y="5532438"/>
            <a:ext cx="2809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725F8A2-68A4-4400-B4B8-C626A87342A0}" type="datetime''''' ''''''''''''''5''''''''''''2''''''''''''''''m'' 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52m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41</a:t>
            </a:r>
          </a:p>
        </p:txBody>
      </p:sp>
      <p:sp>
        <p:nvSpPr>
          <p:cNvPr id="470" name="Text Placeholder 2">
            <a:extLst>
              <a:ext uri="{FF2B5EF4-FFF2-40B4-BE49-F238E27FC236}">
                <a16:creationId xmlns:a16="http://schemas.microsoft.com/office/drawing/2014/main" id="{D716B2C0-38F1-F0A3-8702-FA0AAA61F86F}"/>
              </a:ext>
            </a:extLst>
          </p:cNvPr>
          <p:cNvSpPr>
            <a:spLocks/>
          </p:cNvSpPr>
          <p:nvPr>
            <p:custDataLst>
              <p:tags r:id="rId109"/>
            </p:custDataLst>
          </p:nvPr>
        </p:nvSpPr>
        <p:spPr bwMode="auto">
          <a:xfrm>
            <a:off x="3476625" y="6008688"/>
            <a:ext cx="2841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2FA0AA0-2298-438C-B729-00319A3A01B4}" type="datetime''''' ''''1''''''''''''''''''''8''''''''''''''''''m'' '">
              <a:rPr kumimoji="0" lang="en-US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18m </a:t>
            </a:fld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  # 38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73" name="Text Placeholder 2">
            <a:extLst>
              <a:ext uri="{FF2B5EF4-FFF2-40B4-BE49-F238E27FC236}">
                <a16:creationId xmlns:a16="http://schemas.microsoft.com/office/drawing/2014/main" id="{13CE4F74-01B2-6DFF-76D4-51083E5EBE3A}"/>
              </a:ext>
            </a:extLst>
          </p:cNvPr>
          <p:cNvSpPr>
            <a:spLocks/>
          </p:cNvSpPr>
          <p:nvPr>
            <p:custDataLst>
              <p:tags r:id="rId110"/>
            </p:custDataLst>
          </p:nvPr>
        </p:nvSpPr>
        <p:spPr bwMode="auto">
          <a:xfrm>
            <a:off x="3381375" y="5715000"/>
            <a:ext cx="2698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86F78BB-714F-41CC-AE33-C64B9A420FB4}" type="datetime''''''''''' 2''''7''m'''''''''''''''''''''''' '''''">
              <a:rPr kumimoji="0" lang="en-US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27m </a:t>
            </a:fld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 # 22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76" name="Speech Bubble: Rectangle with Corners Rounded 75">
            <a:extLst>
              <a:ext uri="{FF2B5EF4-FFF2-40B4-BE49-F238E27FC236}">
                <a16:creationId xmlns:a16="http://schemas.microsoft.com/office/drawing/2014/main" id="{2FB90649-48BF-0062-AE80-B57F921D56C8}"/>
              </a:ext>
            </a:extLst>
          </p:cNvPr>
          <p:cNvSpPr/>
          <p:nvPr/>
        </p:nvSpPr>
        <p:spPr>
          <a:xfrm>
            <a:off x="508157" y="2851632"/>
            <a:ext cx="1116000" cy="316800"/>
          </a:xfrm>
          <a:prstGeom prst="wedgeRoundRectCallout">
            <a:avLst>
              <a:gd name="adj1" fmla="val 25062"/>
              <a:gd name="adj2" fmla="val 62990"/>
              <a:gd name="adj3" fmla="val 16667"/>
            </a:avLst>
          </a:prstGeom>
          <a:solidFill>
            <a:srgbClr val="D6A300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Pipeline</a:t>
            </a:r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Apr </a:t>
            </a:r>
            <a:r>
              <a:rPr kumimoji="0" lang="en-DE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Total</a:t>
            </a:r>
            <a:r>
              <a:rPr kumimoji="0" lang="en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: </a:t>
            </a:r>
            <a: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80m (# 79)</a:t>
            </a:r>
            <a:b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</a:br>
            <a:r>
              <a:rPr kumimoji="0" lang="en-GB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Mar Total: 93m (# 128)</a:t>
            </a:r>
            <a:endParaRPr kumimoji="0" lang="en-GB" sz="6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853946E4-46DA-F0A4-02CD-B353C0B7FEB5}"/>
              </a:ext>
            </a:extLst>
          </p:cNvPr>
          <p:cNvSpPr/>
          <p:nvPr/>
        </p:nvSpPr>
        <p:spPr>
          <a:xfrm>
            <a:off x="2443975" y="2697070"/>
            <a:ext cx="1116000" cy="316800"/>
          </a:xfrm>
          <a:prstGeom prst="wedgeRoundRectCallout">
            <a:avLst>
              <a:gd name="adj1" fmla="val 23655"/>
              <a:gd name="adj2" fmla="val 68246"/>
              <a:gd name="adj3" fmla="val 16667"/>
            </a:avLst>
          </a:prstGeom>
          <a:solidFill>
            <a:schemeClr val="accent2">
              <a:lumMod val="75000"/>
            </a:schemeClr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In-flight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Apr </a:t>
            </a:r>
            <a:r>
              <a:rPr kumimoji="0" lang="en-DE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Total</a:t>
            </a:r>
            <a:r>
              <a:rPr kumimoji="0" lang="en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: </a:t>
            </a:r>
            <a:r>
              <a:rPr kumimoji="0" lang="de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32</a:t>
            </a:r>
            <a: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 </a:t>
            </a:r>
            <a:r>
              <a:rPr kumimoji="0" lang="en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(</a:t>
            </a:r>
            <a: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91</a:t>
            </a:r>
            <a:r>
              <a:rPr kumimoji="0" lang="en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)</a:t>
            </a:r>
            <a:b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</a:br>
            <a:r>
              <a:rPr kumimoji="0" lang="en-GB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Mar Total: </a:t>
            </a:r>
            <a:r>
              <a:rPr kumimoji="0" lang="en-GB" sz="6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24m </a:t>
            </a:r>
            <a:r>
              <a:rPr kumimoji="0" lang="en-DE" sz="6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(</a:t>
            </a:r>
            <a:r>
              <a:rPr kumimoji="0" lang="en-GB" sz="6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44</a:t>
            </a:r>
            <a:r>
              <a:rPr kumimoji="0" lang="en-DE" sz="6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)</a:t>
            </a:r>
            <a:endParaRPr kumimoji="0" lang="en-GB" sz="600" b="0" i="1" u="none" strike="noStrike" kern="1200" cap="none" spc="-1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491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61BA4-95BF-442A-EEEC-2097695DA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5FB2EEA-0050-DDC5-21B0-9996C31D416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2" imgW="512" imgH="511" progId="TCLayout.ActiveDocument.1">
                  <p:embed/>
                </p:oleObj>
              </mc:Choice>
              <mc:Fallback>
                <p:oleObj name="think-cell Slide" r:id="rId112" imgW="512" imgH="51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FB2EEA-0050-DDC5-21B0-9996C31D41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1DBA0392-BAD2-4BE0-2446-F986E037EE50}"/>
              </a:ext>
            </a:extLst>
          </p:cNvPr>
          <p:cNvSpPr txBox="1">
            <a:spLocks/>
          </p:cNvSpPr>
          <p:nvPr/>
        </p:nvSpPr>
        <p:spPr>
          <a:xfrm>
            <a:off x="7953142" y="1800225"/>
            <a:ext cx="2160000" cy="4716000"/>
          </a:xfrm>
          <a:prstGeom prst="roundRect">
            <a:avLst>
              <a:gd name="adj" fmla="val 2289"/>
            </a:avLst>
          </a:prstGeom>
          <a:solidFill>
            <a:srgbClr val="E1E3D6"/>
          </a:solidFill>
        </p:spPr>
        <p:txBody>
          <a:bodyPr vert="horz" lIns="0" tIns="180000" rIns="0" bIns="180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DE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Est.</a:t>
            </a: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 </a:t>
            </a:r>
            <a:r>
              <a:rPr kumimoji="0" lang="en-DE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Savings Potential</a:t>
            </a:r>
            <a:r>
              <a:rPr kumimoji="0" lang="en-DE" sz="1000" b="1" i="0" u="none" strike="noStrike" kern="1200" cap="none" spc="0" normalizeH="0" baseline="3000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1 </a:t>
            </a:r>
            <a:r>
              <a:rPr kumimoji="0" lang="en-DE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(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USD</a:t>
            </a:r>
            <a:r>
              <a:rPr kumimoji="0" lang="en-DE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)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" panose="020B0504010101010104" pitchFamily="34" charset="77"/>
              <a:ea typeface="bp Sans" panose="020B0504010101010104" pitchFamily="34" charset="77"/>
              <a:cs typeface="bp Sans" panose="020B0504010101010104" pitchFamily="34" charset="77"/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C20B510C-55C3-E828-EDE7-8F5EC9AA030A}"/>
              </a:ext>
            </a:extLst>
          </p:cNvPr>
          <p:cNvSpPr/>
          <p:nvPr/>
        </p:nvSpPr>
        <p:spPr>
          <a:xfrm>
            <a:off x="8007142" y="4789488"/>
            <a:ext cx="2052000" cy="1584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325B3303-1C42-A068-4DC8-FC10838CEFCC}"/>
              </a:ext>
            </a:extLst>
          </p:cNvPr>
          <p:cNvSpPr/>
          <p:nvPr/>
        </p:nvSpPr>
        <p:spPr>
          <a:xfrm>
            <a:off x="8007142" y="2611438"/>
            <a:ext cx="2052000" cy="172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39" name="Content Placeholder 5">
            <a:extLst>
              <a:ext uri="{FF2B5EF4-FFF2-40B4-BE49-F238E27FC236}">
                <a16:creationId xmlns:a16="http://schemas.microsoft.com/office/drawing/2014/main" id="{C8B0EA36-50AB-1B1F-505A-9EF9496FB4CF}"/>
              </a:ext>
            </a:extLst>
          </p:cNvPr>
          <p:cNvSpPr txBox="1">
            <a:spLocks/>
          </p:cNvSpPr>
          <p:nvPr/>
        </p:nvSpPr>
        <p:spPr>
          <a:xfrm>
            <a:off x="341313" y="1800225"/>
            <a:ext cx="7452000" cy="4716000"/>
          </a:xfrm>
          <a:prstGeom prst="roundRect">
            <a:avLst>
              <a:gd name="adj" fmla="val 1439"/>
            </a:avLst>
          </a:prstGeom>
          <a:solidFill>
            <a:srgbClr val="E1E3D6"/>
          </a:solidFill>
        </p:spPr>
        <p:txBody>
          <a:bodyPr vert="horz" lIns="0" tIns="180000" rIns="0" bIns="180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DE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Progress Tracker </a:t>
            </a:r>
            <a:r>
              <a:rPr kumimoji="0" lang="en-DE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(USD &amp; # Contracts)</a:t>
            </a:r>
          </a:p>
        </p:txBody>
      </p:sp>
      <p:sp>
        <p:nvSpPr>
          <p:cNvPr id="27" name="Content Placeholder 5">
            <a:extLst>
              <a:ext uri="{FF2B5EF4-FFF2-40B4-BE49-F238E27FC236}">
                <a16:creationId xmlns:a16="http://schemas.microsoft.com/office/drawing/2014/main" id="{D586F2FD-3312-E0D3-F05E-59B705B1CFAB}"/>
              </a:ext>
            </a:extLst>
          </p:cNvPr>
          <p:cNvSpPr txBox="1">
            <a:spLocks/>
          </p:cNvSpPr>
          <p:nvPr/>
        </p:nvSpPr>
        <p:spPr>
          <a:xfrm>
            <a:off x="10233863" y="1800224"/>
            <a:ext cx="1620000" cy="4716000"/>
          </a:xfrm>
          <a:prstGeom prst="roundRect">
            <a:avLst>
              <a:gd name="adj" fmla="val 5545"/>
            </a:avLst>
          </a:prstGeom>
          <a:solidFill>
            <a:srgbClr val="E1E3D6"/>
          </a:solidFill>
        </p:spPr>
        <p:txBody>
          <a:bodyPr vert="horz" lIns="0" tIns="180000" rIns="0" bIns="180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DE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Support Needed</a:t>
            </a: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" panose="020B0504010101010104" pitchFamily="34" charset="77"/>
              <a:ea typeface="bp Sans" panose="020B0504010101010104" pitchFamily="34" charset="77"/>
              <a:cs typeface="bp Sans" panose="020B0504010101010104" pitchFamily="34" charset="77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UK Car Wash: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Business alignment on integration of loyalty scheme needed</a:t>
            </a: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 panose="020B0504010101010104" pitchFamily="34" charset="77"/>
              <a:ea typeface="bp Sans TT Medium" panose="020B0604020202020204" charset="0"/>
              <a:cs typeface="bp Sans TT Medium" panose="020B06040202020202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DE" sz="1000" b="1" i="0" u="none" strike="noStrike" kern="1200" cap="none" spc="0" normalizeH="0" baseline="0" noProof="0">
              <a:ln>
                <a:noFill/>
              </a:ln>
              <a:solidFill>
                <a:srgbClr val="007F00"/>
              </a:solidFill>
              <a:effectLst/>
              <a:uLnTx/>
              <a:uFillTx/>
              <a:latin typeface="bp Sans" panose="020B0504010101010104" pitchFamily="34" charset="77"/>
              <a:ea typeface="bp Sans" panose="020B0504010101010104" pitchFamily="34" charset="77"/>
              <a:cs typeface="bp Sans" panose="020B0504010101010104" pitchFamily="34" charset="77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23049DD-E9A4-7129-6BDB-78C98AB7B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DE"/>
              <a:t>2026 Contract Hopper | </a:t>
            </a:r>
            <a:r>
              <a:rPr lang="en-GB"/>
              <a:t>Retail Assets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A12732-518B-040D-22DD-2ECBD6E542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590 Go-to-Market contracts ($ 371m) in 2026, of which 209 contracts ($ 212m) are in-flight or </a:t>
            </a:r>
            <a:br>
              <a:rPr lang="en-GB"/>
            </a:br>
            <a:r>
              <a:rPr lang="en-GB"/>
              <a:t>have been completed. The spend in value delivery is $ 9m with an average savings of 25%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F7B8C5-552F-EBF4-E022-ADD52A154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6EAE7-A19E-4D31-8DA8-3768B267B6B2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E8641-C5BF-B33C-EBEF-3C5B4BB7B2F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180000" indent="-180000">
              <a:buAutoNum type="arabicParenR"/>
            </a:pPr>
            <a:r>
              <a:rPr lang="en-GB"/>
              <a:t>Saving based on </a:t>
            </a:r>
            <a:r>
              <a:rPr lang="en-DE"/>
              <a:t>Compass;</a:t>
            </a:r>
            <a:r>
              <a:rPr lang="en-GB"/>
              <a:t> otherwise</a:t>
            </a:r>
            <a:r>
              <a:rPr lang="en-DE"/>
              <a:t>,</a:t>
            </a:r>
            <a:r>
              <a:rPr lang="en-GB"/>
              <a:t> 5% </a:t>
            </a:r>
            <a:r>
              <a:rPr lang="en-DE"/>
              <a:t>savings on </a:t>
            </a:r>
            <a:r>
              <a:rPr lang="en-GB"/>
              <a:t>contract spend value</a:t>
            </a:r>
            <a:r>
              <a:rPr lang="en-DE"/>
              <a:t> assumed</a:t>
            </a:r>
          </a:p>
          <a:p>
            <a:pPr marL="180000"/>
            <a:r>
              <a:rPr lang="en-DE"/>
              <a:t>Colour Key: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1402B-2B8B-096D-6777-76858C4AA6A0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bp</a:t>
            </a: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| May 20</a:t>
            </a:r>
            <a:r>
              <a:rPr kumimoji="0" lang="en-DE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26</a:t>
            </a: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| Confidential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667D2D-F443-57BF-38A3-4EFF99BE4FCB}"/>
              </a:ext>
            </a:extLst>
          </p:cNvPr>
          <p:cNvSpPr/>
          <p:nvPr/>
        </p:nvSpPr>
        <p:spPr>
          <a:xfrm>
            <a:off x="341313" y="2220027"/>
            <a:ext cx="7452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Stage</a:t>
            </a: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</a:t>
            </a: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Overview</a:t>
            </a: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AF4752-B04A-3548-CC5E-33D81104927E}"/>
              </a:ext>
            </a:extLst>
          </p:cNvPr>
          <p:cNvSpPr/>
          <p:nvPr/>
        </p:nvSpPr>
        <p:spPr>
          <a:xfrm>
            <a:off x="341313" y="4410603"/>
            <a:ext cx="7452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Split by </a:t>
            </a: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Region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19378DB-D37E-8CA1-AE3C-81CE7A87D81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953142" y="2220027"/>
            <a:ext cx="2160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Ann. Impact</a:t>
            </a: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by Region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8D859F8-B66A-73DE-6AF7-1A1B8FE438AE}"/>
              </a:ext>
            </a:extLst>
          </p:cNvPr>
          <p:cNvSpPr/>
          <p:nvPr/>
        </p:nvSpPr>
        <p:spPr>
          <a:xfrm>
            <a:off x="7953142" y="4410603"/>
            <a:ext cx="2160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2026 In-Year Impact by Region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94F86B8-66D2-E337-7D9B-85022EEC29E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32590" y="2611438"/>
            <a:ext cx="7282003" cy="172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Stage</a:t>
            </a: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24D1599-6662-5674-B6DB-ADDDDE60FFA2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1209675" y="3765550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6AFB278-2A27-DC51-57B3-630BB419E703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2097088" y="3579813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FC1CCCC-E243-956E-EF97-2BBD328ED2A0}"/>
              </a:ext>
            </a:extLst>
          </p:cNvPr>
          <p:cNvCxnSpPr/>
          <p:nvPr>
            <p:custDataLst>
              <p:tags r:id="rId7"/>
            </p:custDataLst>
          </p:nvPr>
        </p:nvCxnSpPr>
        <p:spPr bwMode="gray">
          <a:xfrm>
            <a:off x="2984500" y="3536950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926A42D-D7B4-9D9A-4AF5-7357C3AF5A84}"/>
              </a:ext>
            </a:extLst>
          </p:cNvPr>
          <p:cNvCxnSpPr/>
          <p:nvPr>
            <p:custDataLst>
              <p:tags r:id="rId8"/>
            </p:custDataLst>
          </p:nvPr>
        </p:nvCxnSpPr>
        <p:spPr bwMode="gray">
          <a:xfrm>
            <a:off x="3871913" y="3486150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8D5EE1CE-9ACA-B40D-A89C-D6111ADD454E}"/>
              </a:ext>
            </a:extLst>
          </p:cNvPr>
          <p:cNvCxnSpPr/>
          <p:nvPr>
            <p:custDataLst>
              <p:tags r:id="rId9"/>
            </p:custDataLst>
          </p:nvPr>
        </p:nvCxnSpPr>
        <p:spPr bwMode="gray">
          <a:xfrm>
            <a:off x="4757738" y="3309938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BC1459D-0733-1821-5813-F84B5C90E58D}"/>
              </a:ext>
            </a:extLst>
          </p:cNvPr>
          <p:cNvCxnSpPr/>
          <p:nvPr>
            <p:custDataLst>
              <p:tags r:id="rId10"/>
            </p:custDataLst>
          </p:nvPr>
        </p:nvCxnSpPr>
        <p:spPr bwMode="gray">
          <a:xfrm>
            <a:off x="5645150" y="3200400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E398580-CDBE-C9F1-17C4-AB00B259C074}"/>
              </a:ext>
            </a:extLst>
          </p:cNvPr>
          <p:cNvCxnSpPr/>
          <p:nvPr>
            <p:custDataLst>
              <p:tags r:id="rId11"/>
            </p:custDataLst>
          </p:nvPr>
        </p:nvCxnSpPr>
        <p:spPr bwMode="gray">
          <a:xfrm>
            <a:off x="6532563" y="3184525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7" name="Chart 66">
            <a:extLst>
              <a:ext uri="{FF2B5EF4-FFF2-40B4-BE49-F238E27FC236}">
                <a16:creationId xmlns:a16="http://schemas.microsoft.com/office/drawing/2014/main" id="{C917696C-7236-C3A2-FDBA-7EA46BE3C7D9}"/>
              </a:ext>
            </a:extLst>
          </p:cNvPr>
          <p:cNvGraphicFramePr/>
          <p:nvPr>
            <p:custDataLst>
              <p:tags r:id="rId12"/>
            </p:custDataLst>
          </p:nvPr>
        </p:nvGraphicFramePr>
        <p:xfrm>
          <a:off x="436563" y="3101975"/>
          <a:ext cx="7262812" cy="855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4"/>
          </a:graphicData>
        </a:graphic>
      </p:graphicFrame>
      <p:sp>
        <p:nvSpPr>
          <p:cNvPr id="98" name="Text Placeholder 2">
            <a:extLst>
              <a:ext uri="{FF2B5EF4-FFF2-40B4-BE49-F238E27FC236}">
                <a16:creationId xmlns:a16="http://schemas.microsoft.com/office/drawing/2014/main" id="{C226C9D1-1BDD-24CF-8E40-E5D6BDAE1957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557214" y="3908425"/>
            <a:ext cx="8112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55948F1-6383-49B6-80A6-6EDD9597A45D}" type="datetime'''1.'' In re''view'''''''' t''o be tak''en ''to ''marke''t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1. In review to be taken to market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99" name="Text Placeholder 2">
            <a:extLst>
              <a:ext uri="{FF2B5EF4-FFF2-40B4-BE49-F238E27FC236}">
                <a16:creationId xmlns:a16="http://schemas.microsoft.com/office/drawing/2014/main" id="{73874509-5AAA-08B6-F277-39AF6A90E4CD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1571625" y="3908425"/>
            <a:ext cx="557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5F75025-81D2-4F33-A7EF-0E06F4B8E040}" type="datetime'2''''. ''Cont''''rac''t con''''fir''med&#10;f''or'' bid''''din''g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2. Contract confirmed
for bidding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1" name="Text Placeholder 2">
            <a:extLst>
              <a:ext uri="{FF2B5EF4-FFF2-40B4-BE49-F238E27FC236}">
                <a16:creationId xmlns:a16="http://schemas.microsoft.com/office/drawing/2014/main" id="{68C1592E-0983-E025-B51E-C33C0CE2F02E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2322513" y="3908425"/>
            <a:ext cx="828675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0817367-BB72-4EC6-84EA-29A4A58E2F8A}" type="datetime'''3''''''''. ''Sc''''op''''''''''''''e'' ''d''ef''i''''n''ed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3. Scope defined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4" name="Text Placeholder 2">
            <a:extLst>
              <a:ext uri="{FF2B5EF4-FFF2-40B4-BE49-F238E27FC236}">
                <a16:creationId xmlns:a16="http://schemas.microsoft.com/office/drawing/2014/main" id="{1D37786A-95D9-CFBF-8812-31BFB926FF17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3340100" y="3908425"/>
            <a:ext cx="5683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DDDDC39-182E-4347-A4A9-5B16438974BD}" type="datetime'4''. Te''nder&#10;''''i''''''''''''''''n p''r''og''re''s''s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4. Tender
in progress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61506C9B-D9DF-2388-2A8A-B3BA08BB859F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4194175" y="3908425"/>
            <a:ext cx="635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D81D184-3E79-4D3F-906B-99311482D0F7}" type="datetime'''''''5''''. Ten''''''d''''er&#10;''''i''''''n ''eval''ua''tion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5. Tender
in evaluation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C55AA7BD-35F3-E040-5AA9-35635D24DFB3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5197475" y="3908425"/>
            <a:ext cx="4016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3280EEA-736B-4BA3-9CBA-5FCE2BC412D9}" type="datetime'''''6''''''''.'' C''on-''''&#10;''''''trac''ti''''n''''''''''g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6. Con-
tracting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B2EA429E-111A-DEF4-E25C-D1A8FE9DE07B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5880101" y="3908425"/>
            <a:ext cx="811213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5693ED4-C4A9-4672-8AC2-3E1AB63B3A0D}" type="datetime'7. V''''''a''''lue'''''' ''''''D''''el''i''ve''''r''''y''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7. Value Delivery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5957D10D-FE87-463F-42B5-532C96F9B62E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7045325" y="3908425"/>
            <a:ext cx="25400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5591669-EBEC-46C0-BFB2-A47A5B931512}" type="datetime'''''''T''''''''''''ot''a''l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Total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12" name="Text Placeholder 2">
            <a:extLst>
              <a:ext uri="{FF2B5EF4-FFF2-40B4-BE49-F238E27FC236}">
                <a16:creationId xmlns:a16="http://schemas.microsoft.com/office/drawing/2014/main" id="{AB59061F-3FE8-4960-4334-8AA99A6AE9C1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800100" y="3495675"/>
            <a:ext cx="3254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7F9E867-4468-47CD-9E91-7FD362630FE1}" type="datetime''''''''''''''' 5''''9''''''''''''''''''''''''''''m'' 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59m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137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E6389F05-628C-DF7A-DC6D-2EFCDCE91E73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1662113" y="3309938"/>
            <a:ext cx="3746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78EB75B-1505-49E6-A899-CC71E0427F54}" type="datetime''''''''''''''''''''' ''''1''0''''''''0''m 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100m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244</a:t>
            </a:r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EFAEF324-F655-0826-48ED-DFB839086708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2576513" y="3267075"/>
            <a:ext cx="3222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9C9A90D-0DD4-4361-91B8-3D5941BFA6C3}" type="datetime''''' ''2''''''''''''''''''3''''''''''''''m'''' 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23m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54</a:t>
            </a:r>
          </a:p>
        </p:txBody>
      </p:sp>
      <p:sp>
        <p:nvSpPr>
          <p:cNvPr id="133" name="Text Placeholder 2">
            <a:extLst>
              <a:ext uri="{FF2B5EF4-FFF2-40B4-BE49-F238E27FC236}">
                <a16:creationId xmlns:a16="http://schemas.microsoft.com/office/drawing/2014/main" id="{041D9542-C615-D32E-D74F-DDD7B72FCD0C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3460750" y="3216275"/>
            <a:ext cx="3270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D1BDB57-5119-4899-9FA1-DD723FF83A11}" type="datetime''''''''' 28m'''''''''''''''''''''''''''''''' ''''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28m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10</a:t>
            </a:r>
          </a:p>
        </p:txBody>
      </p:sp>
      <p:sp>
        <p:nvSpPr>
          <p:cNvPr id="134" name="Text Placeholder 2">
            <a:extLst>
              <a:ext uri="{FF2B5EF4-FFF2-40B4-BE49-F238E27FC236}">
                <a16:creationId xmlns:a16="http://schemas.microsoft.com/office/drawing/2014/main" id="{07210B00-0092-11AB-B6DA-F63266A24B00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4351338" y="3040063"/>
            <a:ext cx="3222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14DA38E-F7D5-42D1-9466-F8C75E31143C}" type="datetime''''''''''''''''' ''''''''''9''4m'''''' ''''''''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94m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74</a:t>
            </a: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2252F0B9-771A-AC5E-CB9E-F8E1054B11D0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5233988" y="2930525"/>
            <a:ext cx="3286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6C82793-38EC-4BD9-A5E4-515BDFF60763}" type="datetime''''''''''''''' ''5''''''''''''''''''''''8''''''''''''m 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58m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41</a:t>
            </a:r>
          </a:p>
        </p:txBody>
      </p:sp>
      <p:sp>
        <p:nvSpPr>
          <p:cNvPr id="136" name="Text Placeholder 2">
            <a:extLst>
              <a:ext uri="{FF2B5EF4-FFF2-40B4-BE49-F238E27FC236}">
                <a16:creationId xmlns:a16="http://schemas.microsoft.com/office/drawing/2014/main" id="{10FCB406-37E4-38A6-F5C2-0FB20A77345C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6154738" y="2914650"/>
            <a:ext cx="2619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664CA88-F8D2-4706-B562-11978FAC4DED}" type="datetime''''''''' ''''''''''''''''''''''''''''''9''''m'''''''' 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9m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30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CF79F6D3-887A-FC72-0D69-00346D682074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7011988" y="2914650"/>
            <a:ext cx="3222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DF05447-8378-41D3-922F-B0D8958CE7C8}" type="datetime'''''''3''''''''''''''''''''''7''''1m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371m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590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6000E032-F64A-874C-EAAA-71C56B771000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8012113" y="6683375"/>
            <a:ext cx="142875" cy="106363"/>
          </a:xfrm>
          <a:prstGeom prst="rect">
            <a:avLst/>
          </a:prstGeom>
          <a:solidFill>
            <a:srgbClr val="D6A300"/>
          </a:solidFill>
          <a:ln w="952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for BP Light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0CEAB45-637F-0D1B-1D64-6F881DDE1531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8702675" y="6683375"/>
            <a:ext cx="142875" cy="106363"/>
          </a:xfrm>
          <a:prstGeom prst="rect">
            <a:avLst/>
          </a:prstGeom>
          <a:solidFill>
            <a:srgbClr val="6AA700"/>
          </a:solidFill>
          <a:ln w="952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for BP Light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57B0863E-9A3D-2DF7-5797-85DB72CD48DC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9412288" y="6683375"/>
            <a:ext cx="142875" cy="106363"/>
          </a:xfrm>
          <a:prstGeom prst="rect">
            <a:avLst/>
          </a:prstGeom>
          <a:solidFill>
            <a:schemeClr val="accent3"/>
          </a:solidFill>
          <a:ln w="952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for BP Light"/>
              <a:ea typeface="+mn-ea"/>
              <a:cs typeface="+mn-cs"/>
            </a:endParaRPr>
          </a:p>
        </p:txBody>
      </p:sp>
      <p:sp>
        <p:nvSpPr>
          <p:cNvPr id="141" name="Text Placeholder 2">
            <a:extLst>
              <a:ext uri="{FF2B5EF4-FFF2-40B4-BE49-F238E27FC236}">
                <a16:creationId xmlns:a16="http://schemas.microsoft.com/office/drawing/2014/main" id="{5CBA26D1-096F-C3A2-3D12-B2F76C0C9238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8205788" y="6678613"/>
            <a:ext cx="395288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1F44F19-13DB-4F42-A60A-D4DE0B41DCA0}" type="datetime'''''''''''''P''''i''''''''''p''''el''''''''i''n''e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Pipeline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42" name="Text Placeholder 2">
            <a:extLst>
              <a:ext uri="{FF2B5EF4-FFF2-40B4-BE49-F238E27FC236}">
                <a16:creationId xmlns:a16="http://schemas.microsoft.com/office/drawing/2014/main" id="{A26B4DFE-B057-48B8-6DE4-D778CA0F288D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8896350" y="6678613"/>
            <a:ext cx="414338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290F1B8-F8A3-469B-8DF4-0A97B888AF64}" type="datetime'''''''''I''''''''''''n''-''''''F''''''''''''l''''ig''''''ht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In-Flight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44" name="Text Placeholder 2">
            <a:extLst>
              <a:ext uri="{FF2B5EF4-FFF2-40B4-BE49-F238E27FC236}">
                <a16:creationId xmlns:a16="http://schemas.microsoft.com/office/drawing/2014/main" id="{F5B0A6A2-4C31-EB6A-A21A-304BE7B9D942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9605963" y="6678613"/>
            <a:ext cx="54610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B76CCE1-6CC8-47C7-8A79-54170FE4DCF6}" type="datetime'''''Co''''m''''''p''''l''''''ete''''''''''''''''''''''''''d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Completed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502" name="Speech Bubble: Rectangle with Corners Rounded 501">
            <a:extLst>
              <a:ext uri="{FF2B5EF4-FFF2-40B4-BE49-F238E27FC236}">
                <a16:creationId xmlns:a16="http://schemas.microsoft.com/office/drawing/2014/main" id="{A2A1FB54-E8A9-2D7C-E72E-E1230094864D}"/>
              </a:ext>
            </a:extLst>
          </p:cNvPr>
          <p:cNvSpPr/>
          <p:nvPr/>
        </p:nvSpPr>
        <p:spPr>
          <a:xfrm>
            <a:off x="9561776" y="2485775"/>
            <a:ext cx="684213" cy="144000"/>
          </a:xfrm>
          <a:prstGeom prst="wedgeRoundRectCallout">
            <a:avLst>
              <a:gd name="adj1" fmla="val 7748"/>
              <a:gd name="adj2" fmla="val 104500"/>
              <a:gd name="adj3" fmla="val 16667"/>
            </a:avLst>
          </a:prstGeom>
          <a:solidFill>
            <a:srgbClr val="004F00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25% of</a:t>
            </a:r>
            <a:r>
              <a:rPr kumimoji="0" lang="en-DE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</a:t>
            </a: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9m</a:t>
            </a: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581E77C8-AC12-A5F8-EC90-F5D428B1955D}"/>
              </a:ext>
            </a:extLst>
          </p:cNvPr>
          <p:cNvSpPr/>
          <p:nvPr/>
        </p:nvSpPr>
        <p:spPr>
          <a:xfrm>
            <a:off x="508157" y="2851632"/>
            <a:ext cx="1116000" cy="316800"/>
          </a:xfrm>
          <a:prstGeom prst="wedgeRoundRectCallout">
            <a:avLst>
              <a:gd name="adj1" fmla="val 25062"/>
              <a:gd name="adj2" fmla="val 62990"/>
              <a:gd name="adj3" fmla="val 16667"/>
            </a:avLst>
          </a:prstGeom>
          <a:solidFill>
            <a:srgbClr val="D6A300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Pipeline</a:t>
            </a:r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Apr Total: </a:t>
            </a:r>
            <a: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159m (# 381)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Mar </a:t>
            </a:r>
            <a:r>
              <a:rPr kumimoji="0" lang="en-DE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Total: </a:t>
            </a:r>
            <a:r>
              <a:rPr kumimoji="0" lang="en-GB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219m (# 422)</a:t>
            </a:r>
            <a:endParaRPr kumimoji="0" lang="en-GB" sz="6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28E4C9-47F3-9DB7-E562-D7C8232778AA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1893232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AFFEE6-2CE1-A2E9-DB5B-9BD37E540347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3366432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4C03BB-063C-8787-178D-8484A6FD96AF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4838044" y="5114925"/>
            <a:ext cx="1404938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0CE2F8-FBC9-161A-F692-3B71CF80063E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6311244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No Contracts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5F0291-FEBE-E78F-06C4-2BECDE65B9AF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420032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CF18CE-3EB2-8F96-7AA0-FC147A77939F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420032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North America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327 contracts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6D5FB0-D9CA-6289-256A-4A461F919623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1893232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Europe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1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36 </a:t>
            </a: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contracts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A48CADD-91AF-A88B-700D-22090486F423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3366432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Asia Pacific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87 contracts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CC95D8-C912-E718-A0E0-981475F55370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4838044" y="4789488"/>
            <a:ext cx="1404938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(Headings)"/>
                <a:ea typeface="+mn-ea"/>
                <a:cs typeface="+mn-cs"/>
              </a:rPr>
              <a:t>Africa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(Headings)"/>
                <a:ea typeface="+mn-ea"/>
                <a:cs typeface="+mn-cs"/>
              </a:rPr>
              <a:t># 4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(Headings)"/>
                <a:ea typeface="+mn-ea"/>
                <a:cs typeface="+mn-cs"/>
              </a:rPr>
              <a:t>0 </a:t>
            </a: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(Headings)"/>
                <a:ea typeface="+mn-ea"/>
                <a:cs typeface="+mn-cs"/>
              </a:rPr>
              <a:t>contracts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A156EFF-67B7-3D33-0AF7-C02539B323E5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6311244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bp Sans Light" panose="020B0404010101010104" pitchFamily="34" charset="0"/>
                <a:cs typeface="bp Sans Light" panose="020B0404010101010104" pitchFamily="34" charset="0"/>
              </a:rPr>
              <a:t>Others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bp Sans Light" panose="020B0404010101010104" pitchFamily="34" charset="0"/>
                <a:cs typeface="bp Sans Light" panose="020B0404010101010104" pitchFamily="34" charset="0"/>
              </a:rPr>
              <a:t># </a:t>
            </a:r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bp Sans Light" panose="020B0404010101010104" pitchFamily="34" charset="0"/>
                <a:cs typeface="bp Sans Light" panose="020B0404010101010104" pitchFamily="34" charset="0"/>
              </a:rPr>
              <a:t>0</a:t>
            </a: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bp Sans Light" panose="020B0404010101010104" pitchFamily="34" charset="0"/>
                <a:cs typeface="bp Sans Light" panose="020B0404010101010104" pitchFamily="34" charset="0"/>
              </a:rPr>
              <a:t> contracts</a:t>
            </a:r>
          </a:p>
        </p:txBody>
      </p:sp>
      <p:graphicFrame>
        <p:nvGraphicFramePr>
          <p:cNvPr id="68" name="Chart 67">
            <a:extLst>
              <a:ext uri="{FF2B5EF4-FFF2-40B4-BE49-F238E27FC236}">
                <a16:creationId xmlns:a16="http://schemas.microsoft.com/office/drawing/2014/main" id="{ECD76040-8A51-A2F1-6482-964FB4ECA7CF}"/>
              </a:ext>
            </a:extLst>
          </p:cNvPr>
          <p:cNvGraphicFramePr/>
          <p:nvPr>
            <p:custDataLst>
              <p:tags r:id="rId45"/>
            </p:custDataLst>
          </p:nvPr>
        </p:nvGraphicFramePr>
        <p:xfrm>
          <a:off x="600075" y="5299075"/>
          <a:ext cx="1044575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5"/>
          </a:graphicData>
        </a:graphic>
      </p:graphicFrame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B4E259A3-744F-E7EB-6665-74C6057A708C}"/>
              </a:ext>
            </a:extLst>
          </p:cNvPr>
          <p:cNvSpPr>
            <a:spLocks/>
          </p:cNvSpPr>
          <p:nvPr>
            <p:custDataLst>
              <p:tags r:id="rId46"/>
            </p:custDataLst>
          </p:nvPr>
        </p:nvSpPr>
        <p:spPr bwMode="auto">
          <a:xfrm>
            <a:off x="458788" y="5964238"/>
            <a:ext cx="3175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D62DA2B-31A7-4520-9924-7E0BE445B619}" type="datetime' ''1''''2''''''2''''''''''''''''''''m'' 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122m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290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561926E1-48AB-57C1-3539-5BA7AEB2FEF7}"/>
              </a:ext>
            </a:extLst>
          </p:cNvPr>
          <p:cNvSpPr>
            <a:spLocks/>
          </p:cNvSpPr>
          <p:nvPr>
            <p:custDataLst>
              <p:tags r:id="rId47"/>
            </p:custDataLst>
          </p:nvPr>
        </p:nvSpPr>
        <p:spPr bwMode="auto">
          <a:xfrm>
            <a:off x="1343025" y="5173663"/>
            <a:ext cx="2841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60C0C84-9AF6-46B8-B98B-836BAA6D08F7}" type="datetime''''''''''''''''''''''''''' ''6''''''''''''''''''5''''m 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65m </a:t>
            </a:fld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33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0A242936-8574-FE03-ABA0-6EBCA800E35D}"/>
              </a:ext>
            </a:extLst>
          </p:cNvPr>
          <p:cNvSpPr>
            <a:spLocks/>
          </p:cNvSpPr>
          <p:nvPr>
            <p:custDataLst>
              <p:tags r:id="rId48"/>
            </p:custDataLst>
          </p:nvPr>
        </p:nvSpPr>
        <p:spPr bwMode="auto">
          <a:xfrm>
            <a:off x="1539875" y="5608638"/>
            <a:ext cx="2190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53F6277-9188-470F-85E9-4E1909A00025}" type="datetime''''''''''' ''''''''''3''''''m ''''''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3m </a:t>
            </a:fld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4</a:t>
            </a:r>
          </a:p>
        </p:txBody>
      </p:sp>
      <p:graphicFrame>
        <p:nvGraphicFramePr>
          <p:cNvPr id="107" name="Chart 106">
            <a:extLst>
              <a:ext uri="{FF2B5EF4-FFF2-40B4-BE49-F238E27FC236}">
                <a16:creationId xmlns:a16="http://schemas.microsoft.com/office/drawing/2014/main" id="{BBB0962C-273D-F445-6985-994C31CE768E}"/>
              </a:ext>
            </a:extLst>
          </p:cNvPr>
          <p:cNvGraphicFramePr/>
          <p:nvPr>
            <p:custDataLst>
              <p:tags r:id="rId49"/>
            </p:custDataLst>
          </p:nvPr>
        </p:nvGraphicFramePr>
        <p:xfrm>
          <a:off x="2082800" y="5299075"/>
          <a:ext cx="1044575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6"/>
          </a:graphicData>
        </a:graphic>
      </p:graphicFrame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F8BE3304-2D5E-C14C-46B4-FE98705D5D98}"/>
              </a:ext>
            </a:extLst>
          </p:cNvPr>
          <p:cNvSpPr>
            <a:spLocks/>
          </p:cNvSpPr>
          <p:nvPr>
            <p:custDataLst>
              <p:tags r:id="rId50"/>
            </p:custDataLst>
          </p:nvPr>
        </p:nvSpPr>
        <p:spPr bwMode="auto">
          <a:xfrm>
            <a:off x="2406650" y="5106988"/>
            <a:ext cx="2635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13DA344-9AF1-4220-9A3B-46E70EC6AB97}" type="datetime''''''''''''''''''''''''' 10''''''''''''''m'''' ''''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10m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24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4F161B7D-2B15-B50E-B304-6FFE42BCD5E8}"/>
              </a:ext>
            </a:extLst>
          </p:cNvPr>
          <p:cNvSpPr>
            <a:spLocks/>
          </p:cNvSpPr>
          <p:nvPr>
            <p:custDataLst>
              <p:tags r:id="rId51"/>
            </p:custDataLst>
          </p:nvPr>
        </p:nvSpPr>
        <p:spPr bwMode="auto">
          <a:xfrm>
            <a:off x="2887663" y="6030913"/>
            <a:ext cx="3254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2079E07-08A0-42A5-BB6E-7BA6C84E077B}" type="datetime''''''' ''''''''1''''''''''''''2''''0''''''''m'''''''' 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120m </a:t>
            </a:fld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91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A6FFFCD-DB68-16B8-34BE-273919DD98AD}"/>
              </a:ext>
            </a:extLst>
          </p:cNvPr>
          <p:cNvSpPr>
            <a:spLocks/>
          </p:cNvSpPr>
          <p:nvPr>
            <p:custDataLst>
              <p:tags r:id="rId52"/>
            </p:custDataLst>
          </p:nvPr>
        </p:nvSpPr>
        <p:spPr bwMode="auto">
          <a:xfrm>
            <a:off x="2136775" y="5194300"/>
            <a:ext cx="2190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5F2761A-3182-4361-B007-3CDC1D650D08}" type="datetime''''''' ''''''''''''''5''''''''''''''''''''m'' ''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5m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21</a:t>
            </a:r>
          </a:p>
        </p:txBody>
      </p:sp>
      <p:graphicFrame>
        <p:nvGraphicFramePr>
          <p:cNvPr id="70" name="Chart 69">
            <a:extLst>
              <a:ext uri="{FF2B5EF4-FFF2-40B4-BE49-F238E27FC236}">
                <a16:creationId xmlns:a16="http://schemas.microsoft.com/office/drawing/2014/main" id="{BC7A2A47-00F3-9AE8-D48A-570F81FC9822}"/>
              </a:ext>
            </a:extLst>
          </p:cNvPr>
          <p:cNvGraphicFramePr/>
          <p:nvPr>
            <p:custDataLst>
              <p:tags r:id="rId53"/>
            </p:custDataLst>
          </p:nvPr>
        </p:nvGraphicFramePr>
        <p:xfrm>
          <a:off x="3546475" y="5299075"/>
          <a:ext cx="1044575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7"/>
          </a:graphicData>
        </a:graphic>
      </p:graphicFrame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7AEDE6AB-733C-7BE8-D908-8F62370A501B}"/>
              </a:ext>
            </a:extLst>
          </p:cNvPr>
          <p:cNvSpPr>
            <a:spLocks/>
          </p:cNvSpPr>
          <p:nvPr>
            <p:custDataLst>
              <p:tags r:id="rId54"/>
            </p:custDataLst>
          </p:nvPr>
        </p:nvSpPr>
        <p:spPr bwMode="auto">
          <a:xfrm>
            <a:off x="3368675" y="5662613"/>
            <a:ext cx="2825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7364C78-B021-44F0-BB7D-69D84EB124B6}" type="datetime' ''''''''''2''''''6''''m'''''' ''''''''''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26m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67</a:t>
            </a:r>
          </a:p>
        </p:txBody>
      </p:sp>
      <p:sp>
        <p:nvSpPr>
          <p:cNvPr id="448" name="Text Placeholder 2">
            <a:extLst>
              <a:ext uri="{FF2B5EF4-FFF2-40B4-BE49-F238E27FC236}">
                <a16:creationId xmlns:a16="http://schemas.microsoft.com/office/drawing/2014/main" id="{462B07BF-FB54-A5E4-E7F5-8A5A0403EA51}"/>
              </a:ext>
            </a:extLst>
          </p:cNvPr>
          <p:cNvSpPr>
            <a:spLocks/>
          </p:cNvSpPr>
          <p:nvPr>
            <p:custDataLst>
              <p:tags r:id="rId55"/>
            </p:custDataLst>
          </p:nvPr>
        </p:nvSpPr>
        <p:spPr bwMode="auto">
          <a:xfrm>
            <a:off x="4240213" y="5146675"/>
            <a:ext cx="2317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1114676-3F83-462F-B59B-D69548A529DA}" type="datetime''''''''''' ''''''''''''''1''''''''''''1''m'''''''''''' 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11m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18</a:t>
            </a:r>
          </a:p>
        </p:txBody>
      </p:sp>
      <p:sp>
        <p:nvSpPr>
          <p:cNvPr id="449" name="Text Placeholder 2">
            <a:extLst>
              <a:ext uri="{FF2B5EF4-FFF2-40B4-BE49-F238E27FC236}">
                <a16:creationId xmlns:a16="http://schemas.microsoft.com/office/drawing/2014/main" id="{584CCE15-8E53-167C-09F6-CBE800002111}"/>
              </a:ext>
            </a:extLst>
          </p:cNvPr>
          <p:cNvSpPr>
            <a:spLocks/>
          </p:cNvSpPr>
          <p:nvPr>
            <p:custDataLst>
              <p:tags r:id="rId56"/>
            </p:custDataLst>
          </p:nvPr>
        </p:nvSpPr>
        <p:spPr bwMode="auto">
          <a:xfrm>
            <a:off x="4479925" y="5807075"/>
            <a:ext cx="2555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en-US" sz="8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0.4m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</a:t>
            </a:r>
          </a:p>
        </p:txBody>
      </p:sp>
      <p:graphicFrame>
        <p:nvGraphicFramePr>
          <p:cNvPr id="72" name="Chart 71">
            <a:extLst>
              <a:ext uri="{FF2B5EF4-FFF2-40B4-BE49-F238E27FC236}">
                <a16:creationId xmlns:a16="http://schemas.microsoft.com/office/drawing/2014/main" id="{CDB043B6-655B-3297-BDCA-3220C166D700}"/>
              </a:ext>
            </a:extLst>
          </p:cNvPr>
          <p:cNvGraphicFramePr/>
          <p:nvPr>
            <p:custDataLst>
              <p:tags r:id="rId57"/>
            </p:custDataLst>
          </p:nvPr>
        </p:nvGraphicFramePr>
        <p:xfrm>
          <a:off x="5019675" y="5299075"/>
          <a:ext cx="1042988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8"/>
          </a:graphicData>
        </a:graphic>
      </p:graphicFrame>
      <p:sp>
        <p:nvSpPr>
          <p:cNvPr id="455" name="Text Placeholder 2">
            <a:extLst>
              <a:ext uri="{FF2B5EF4-FFF2-40B4-BE49-F238E27FC236}">
                <a16:creationId xmlns:a16="http://schemas.microsoft.com/office/drawing/2014/main" id="{7FEFCFE3-1E21-AE3F-31C2-7AC2FC4C1C96}"/>
              </a:ext>
            </a:extLst>
          </p:cNvPr>
          <p:cNvSpPr>
            <a:spLocks/>
          </p:cNvSpPr>
          <p:nvPr>
            <p:custDataLst>
              <p:tags r:id="rId58"/>
            </p:custDataLst>
          </p:nvPr>
        </p:nvSpPr>
        <p:spPr bwMode="auto">
          <a:xfrm>
            <a:off x="5956300" y="5476875"/>
            <a:ext cx="2079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0F32939-93E9-4D3F-87B8-113CA6B39FAB}" type="datetime''''''''''''''''''''' 7''''''''''''''m'''''''' 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7m </a:t>
            </a:fld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37</a:t>
            </a:r>
          </a:p>
        </p:txBody>
      </p:sp>
      <p:sp>
        <p:nvSpPr>
          <p:cNvPr id="451" name="Text Placeholder 2">
            <a:extLst>
              <a:ext uri="{FF2B5EF4-FFF2-40B4-BE49-F238E27FC236}">
                <a16:creationId xmlns:a16="http://schemas.microsoft.com/office/drawing/2014/main" id="{EDFB379F-BE90-B24C-12B2-17E91F805968}"/>
              </a:ext>
            </a:extLst>
          </p:cNvPr>
          <p:cNvSpPr>
            <a:spLocks/>
          </p:cNvSpPr>
          <p:nvPr>
            <p:custDataLst>
              <p:tags r:id="rId59"/>
            </p:custDataLst>
          </p:nvPr>
        </p:nvSpPr>
        <p:spPr bwMode="auto">
          <a:xfrm>
            <a:off x="4932363" y="5781675"/>
            <a:ext cx="1936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A29A8AC-CE91-480F-B109-C84CB0A124AB}" type="datetime' ''''''''''''''''''1''''''''''''''''''''m'''''''''''' '''''''">
              <a:rPr kumimoji="0" lang="en-US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1m </a:t>
            </a:fld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3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08878605-5446-9B54-4C4A-4A43FC0C7091}"/>
              </a:ext>
            </a:extLst>
          </p:cNvPr>
          <p:cNvCxnSpPr/>
          <p:nvPr>
            <p:custDataLst>
              <p:tags r:id="rId60"/>
            </p:custDataLst>
          </p:nvPr>
        </p:nvCxnSpPr>
        <p:spPr bwMode="gray">
          <a:xfrm>
            <a:off x="8266113" y="5619750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1" name="Straight Connector 460">
            <a:extLst>
              <a:ext uri="{FF2B5EF4-FFF2-40B4-BE49-F238E27FC236}">
                <a16:creationId xmlns:a16="http://schemas.microsoft.com/office/drawing/2014/main" id="{D956ADC5-7B91-1014-7838-5B1778A3AC44}"/>
              </a:ext>
            </a:extLst>
          </p:cNvPr>
          <p:cNvCxnSpPr/>
          <p:nvPr>
            <p:custDataLst>
              <p:tags r:id="rId61"/>
            </p:custDataLst>
          </p:nvPr>
        </p:nvCxnSpPr>
        <p:spPr bwMode="gray">
          <a:xfrm>
            <a:off x="8574088" y="521017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F6A98A98-86A5-3C3C-7E84-F634B32E38FB}"/>
              </a:ext>
            </a:extLst>
          </p:cNvPr>
          <p:cNvCxnSpPr/>
          <p:nvPr>
            <p:custDataLst>
              <p:tags r:id="rId62"/>
            </p:custDataLst>
          </p:nvPr>
        </p:nvCxnSpPr>
        <p:spPr bwMode="gray">
          <a:xfrm>
            <a:off x="8882063" y="5137150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3" name="Straight Connector 462">
            <a:extLst>
              <a:ext uri="{FF2B5EF4-FFF2-40B4-BE49-F238E27FC236}">
                <a16:creationId xmlns:a16="http://schemas.microsoft.com/office/drawing/2014/main" id="{41AE1547-1BDE-F407-51D6-E27F94733194}"/>
              </a:ext>
            </a:extLst>
          </p:cNvPr>
          <p:cNvCxnSpPr/>
          <p:nvPr>
            <p:custDataLst>
              <p:tags r:id="rId63"/>
            </p:custDataLst>
          </p:nvPr>
        </p:nvCxnSpPr>
        <p:spPr bwMode="gray">
          <a:xfrm>
            <a:off x="9190038" y="511492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4" name="Straight Connector 463">
            <a:extLst>
              <a:ext uri="{FF2B5EF4-FFF2-40B4-BE49-F238E27FC236}">
                <a16:creationId xmlns:a16="http://schemas.microsoft.com/office/drawing/2014/main" id="{60F90687-C07F-8A5B-ED14-B6EE26F05892}"/>
              </a:ext>
            </a:extLst>
          </p:cNvPr>
          <p:cNvCxnSpPr/>
          <p:nvPr>
            <p:custDataLst>
              <p:tags r:id="rId64"/>
            </p:custDataLst>
          </p:nvPr>
        </p:nvCxnSpPr>
        <p:spPr bwMode="gray">
          <a:xfrm>
            <a:off x="9498013" y="511492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33BCD83B-DB58-6DFE-4CAE-AB73353B95C2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9326563" y="5111750"/>
            <a:ext cx="171450" cy="6350"/>
          </a:xfrm>
          <a:prstGeom prst="rect">
            <a:avLst/>
          </a:prstGeom>
          <a:solidFill>
            <a:srgbClr val="D6A300"/>
          </a:solidFill>
          <a:ln w="317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graphicFrame>
        <p:nvGraphicFramePr>
          <p:cNvPr id="91" name="Chart 90">
            <a:extLst>
              <a:ext uri="{FF2B5EF4-FFF2-40B4-BE49-F238E27FC236}">
                <a16:creationId xmlns:a16="http://schemas.microsoft.com/office/drawing/2014/main" id="{D4E9B3FE-A4BB-64F4-EADB-B36F0113B669}"/>
              </a:ext>
            </a:extLst>
          </p:cNvPr>
          <p:cNvGraphicFramePr/>
          <p:nvPr>
            <p:custDataLst>
              <p:tags r:id="rId66"/>
            </p:custDataLst>
          </p:nvPr>
        </p:nvGraphicFramePr>
        <p:xfrm>
          <a:off x="7943850" y="5032375"/>
          <a:ext cx="2012950" cy="1108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9"/>
          </a:graphicData>
        </a:graphic>
      </p:graphicFrame>
      <p:cxnSp>
        <p:nvCxnSpPr>
          <p:cNvPr id="468" name="Straight Connector 467">
            <a:extLst>
              <a:ext uri="{FF2B5EF4-FFF2-40B4-BE49-F238E27FC236}">
                <a16:creationId xmlns:a16="http://schemas.microsoft.com/office/drawing/2014/main" id="{8755A2BC-B704-EE8B-0122-A9857C5B0FA3}"/>
              </a:ext>
            </a:extLst>
          </p:cNvPr>
          <p:cNvCxnSpPr/>
          <p:nvPr>
            <p:custDataLst>
              <p:tags r:id="rId67"/>
            </p:custDataLst>
          </p:nvPr>
        </p:nvCxnSpPr>
        <p:spPr bwMode="auto">
          <a:xfrm flipH="1">
            <a:off x="9783763" y="5492750"/>
            <a:ext cx="349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9" name="Straight Connector 468">
            <a:extLst>
              <a:ext uri="{FF2B5EF4-FFF2-40B4-BE49-F238E27FC236}">
                <a16:creationId xmlns:a16="http://schemas.microsoft.com/office/drawing/2014/main" id="{5B4F8039-BB0B-CD2B-2BF5-5CAA6686CD29}"/>
              </a:ext>
            </a:extLst>
          </p:cNvPr>
          <p:cNvCxnSpPr/>
          <p:nvPr>
            <p:custDataLst>
              <p:tags r:id="rId68"/>
            </p:custDataLst>
          </p:nvPr>
        </p:nvCxnSpPr>
        <p:spPr bwMode="auto">
          <a:xfrm flipH="1">
            <a:off x="9783763" y="5945188"/>
            <a:ext cx="349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447C382E-8E19-3807-B3DD-CE842EB0EE3F}"/>
              </a:ext>
            </a:extLst>
          </p:cNvPr>
          <p:cNvCxnSpPr/>
          <p:nvPr>
            <p:custDataLst>
              <p:tags r:id="rId69"/>
            </p:custDataLst>
          </p:nvPr>
        </p:nvCxnSpPr>
        <p:spPr bwMode="auto">
          <a:xfrm flipH="1" flipV="1">
            <a:off x="9783763" y="5133975"/>
            <a:ext cx="34925" cy="285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0" name="Text Placeholder 2">
            <a:extLst>
              <a:ext uri="{FF2B5EF4-FFF2-40B4-BE49-F238E27FC236}">
                <a16:creationId xmlns:a16="http://schemas.microsoft.com/office/drawing/2014/main" id="{2BFD517F-D85C-D915-0954-0AF77FE7DD7B}"/>
              </a:ext>
            </a:extLst>
          </p:cNvPr>
          <p:cNvSpPr>
            <a:spLocks/>
          </p:cNvSpPr>
          <p:nvPr>
            <p:custDataLst>
              <p:tags r:id="rId70"/>
            </p:custDataLst>
          </p:nvPr>
        </p:nvSpPr>
        <p:spPr bwMode="auto">
          <a:xfrm>
            <a:off x="8110538" y="6088063"/>
            <a:ext cx="139700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0D6C0E7-C8D1-4B8D-A884-1B5BB31F3F9C}" type="datetime'''''N''''''''''A''''''''''''''''''''''''''''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NA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71" name="Text Placeholder 2">
            <a:extLst>
              <a:ext uri="{FF2B5EF4-FFF2-40B4-BE49-F238E27FC236}">
                <a16:creationId xmlns:a16="http://schemas.microsoft.com/office/drawing/2014/main" id="{C6F16B88-9BC2-D488-30CC-8A3A0213911A}"/>
              </a:ext>
            </a:extLst>
          </p:cNvPr>
          <p:cNvSpPr>
            <a:spLocks/>
          </p:cNvSpPr>
          <p:nvPr>
            <p:custDataLst>
              <p:tags r:id="rId71"/>
            </p:custDataLst>
          </p:nvPr>
        </p:nvSpPr>
        <p:spPr bwMode="auto">
          <a:xfrm>
            <a:off x="8423275" y="6088063"/>
            <a:ext cx="131763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0EF04F6-FC54-44B8-8693-63418DDB04F6}" type="datetime'''''''''''''''''''''''''''''''''''''EU''''''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EU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73" name="Text Placeholder 2">
            <a:extLst>
              <a:ext uri="{FF2B5EF4-FFF2-40B4-BE49-F238E27FC236}">
                <a16:creationId xmlns:a16="http://schemas.microsoft.com/office/drawing/2014/main" id="{D76F5A5F-29FD-C729-D5F5-B991A838625D}"/>
              </a:ext>
            </a:extLst>
          </p:cNvPr>
          <p:cNvSpPr>
            <a:spLocks/>
          </p:cNvSpPr>
          <p:nvPr>
            <p:custDataLst>
              <p:tags r:id="rId72"/>
            </p:custDataLst>
          </p:nvPr>
        </p:nvSpPr>
        <p:spPr bwMode="auto">
          <a:xfrm>
            <a:off x="8643938" y="6088063"/>
            <a:ext cx="304800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47E8667-F0A9-4EC1-84F4-D8057AFE9DF2}" type="datetime'''''''''''''''''''''''''''''''AS''''''''''''P''A''C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ASPAC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74" name="Text Placeholder 2">
            <a:extLst>
              <a:ext uri="{FF2B5EF4-FFF2-40B4-BE49-F238E27FC236}">
                <a16:creationId xmlns:a16="http://schemas.microsoft.com/office/drawing/2014/main" id="{E69126F6-4C22-4F18-B80C-26D7326F94FD}"/>
              </a:ext>
            </a:extLst>
          </p:cNvPr>
          <p:cNvSpPr>
            <a:spLocks/>
          </p:cNvSpPr>
          <p:nvPr>
            <p:custDataLst>
              <p:tags r:id="rId73"/>
            </p:custDataLst>
          </p:nvPr>
        </p:nvSpPr>
        <p:spPr bwMode="auto">
          <a:xfrm>
            <a:off x="9069388" y="6088063"/>
            <a:ext cx="71438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A619B44-37F2-4B57-9F61-4F7DB6BEFB65}" type="datetime'''''A''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A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75" name="Text Placeholder 2">
            <a:extLst>
              <a:ext uri="{FF2B5EF4-FFF2-40B4-BE49-F238E27FC236}">
                <a16:creationId xmlns:a16="http://schemas.microsoft.com/office/drawing/2014/main" id="{DDA7E26F-2DDF-1BF0-6F9B-5429F102097C}"/>
              </a:ext>
            </a:extLst>
          </p:cNvPr>
          <p:cNvSpPr>
            <a:spLocks/>
          </p:cNvSpPr>
          <p:nvPr>
            <p:custDataLst>
              <p:tags r:id="rId74"/>
            </p:custDataLst>
          </p:nvPr>
        </p:nvSpPr>
        <p:spPr bwMode="auto">
          <a:xfrm>
            <a:off x="9258301" y="6088064"/>
            <a:ext cx="307975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3DE182B-E420-444A-8BA3-7D254B361E3F}" type="datetime'''''O''''''''the''''''''''''''''''''''''''''r''''''''''s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Others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77" name="Text Placeholder 2">
            <a:extLst>
              <a:ext uri="{FF2B5EF4-FFF2-40B4-BE49-F238E27FC236}">
                <a16:creationId xmlns:a16="http://schemas.microsoft.com/office/drawing/2014/main" id="{76F9E9BA-1CE0-A44C-0088-D1AF489B1DDE}"/>
              </a:ext>
            </a:extLst>
          </p:cNvPr>
          <p:cNvSpPr>
            <a:spLocks/>
          </p:cNvSpPr>
          <p:nvPr>
            <p:custDataLst>
              <p:tags r:id="rId75"/>
            </p:custDataLst>
          </p:nvPr>
        </p:nvSpPr>
        <p:spPr bwMode="gray">
          <a:xfrm>
            <a:off x="9818688" y="5445125"/>
            <a:ext cx="177800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AA700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689CF877-6FCD-44D7-9D34-04DAE42B5B93}" type="datetime'''''''''9''''''''''''''''''''''''m'''''''''''''''">
              <a:rPr kumimoji="0" lang="en-US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9m</a:t>
            </a:fld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78" name="Text Placeholder 2">
            <a:extLst>
              <a:ext uri="{FF2B5EF4-FFF2-40B4-BE49-F238E27FC236}">
                <a16:creationId xmlns:a16="http://schemas.microsoft.com/office/drawing/2014/main" id="{EF3ED51F-3E3B-B078-F61A-291586BE6B23}"/>
              </a:ext>
            </a:extLst>
          </p:cNvPr>
          <p:cNvSpPr>
            <a:spLocks/>
          </p:cNvSpPr>
          <p:nvPr>
            <p:custDataLst>
              <p:tags r:id="rId76"/>
            </p:custDataLst>
          </p:nvPr>
        </p:nvSpPr>
        <p:spPr bwMode="gray">
          <a:xfrm>
            <a:off x="9818688" y="5897563"/>
            <a:ext cx="176213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C24318FF-397A-4CAF-8239-B2B96088FBF2}" type="datetime'''''''''''3''''''''m'''">
              <a:rPr kumimoji="0" lang="en-US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3m</a:t>
            </a:fld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79" name="Text Placeholder 2">
            <a:extLst>
              <a:ext uri="{FF2B5EF4-FFF2-40B4-BE49-F238E27FC236}">
                <a16:creationId xmlns:a16="http://schemas.microsoft.com/office/drawing/2014/main" id="{503282BF-16FA-B06F-1387-B1ECDE466879}"/>
              </a:ext>
            </a:extLst>
          </p:cNvPr>
          <p:cNvSpPr>
            <a:spLocks/>
          </p:cNvSpPr>
          <p:nvPr>
            <p:custDataLst>
              <p:tags r:id="rId77"/>
            </p:custDataLst>
          </p:nvPr>
        </p:nvSpPr>
        <p:spPr bwMode="auto">
          <a:xfrm>
            <a:off x="9609138" y="6088064"/>
            <a:ext cx="223838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A762044-37D9-4E69-9744-BB4634CD4057}" type="datetime'''''''''''''''''''''T''''''''''''''o''t''''al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Total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80" name="Text Placeholder 2">
            <a:extLst>
              <a:ext uri="{FF2B5EF4-FFF2-40B4-BE49-F238E27FC236}">
                <a16:creationId xmlns:a16="http://schemas.microsoft.com/office/drawing/2014/main" id="{8DFDC718-4E01-F201-173E-8830E07F69C3}"/>
              </a:ext>
            </a:extLst>
          </p:cNvPr>
          <p:cNvSpPr>
            <a:spLocks/>
          </p:cNvSpPr>
          <p:nvPr>
            <p:custDataLst>
              <p:tags r:id="rId78"/>
            </p:custDataLst>
          </p:nvPr>
        </p:nvSpPr>
        <p:spPr bwMode="gray">
          <a:xfrm>
            <a:off x="8054975" y="5484813"/>
            <a:ext cx="25082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1BD2A94D-7442-4282-B1FC-750988A11B2A}" type="datetime''''''' ''''''''''6m'''''''''''''''''''''''' 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 6m 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81" name="Text Placeholder 2">
            <a:extLst>
              <a:ext uri="{FF2B5EF4-FFF2-40B4-BE49-F238E27FC236}">
                <a16:creationId xmlns:a16="http://schemas.microsoft.com/office/drawing/2014/main" id="{D5098874-E373-AE7A-5204-F68155B84A01}"/>
              </a:ext>
            </a:extLst>
          </p:cNvPr>
          <p:cNvSpPr>
            <a:spLocks/>
          </p:cNvSpPr>
          <p:nvPr>
            <p:custDataLst>
              <p:tags r:id="rId79"/>
            </p:custDataLst>
          </p:nvPr>
        </p:nvSpPr>
        <p:spPr bwMode="gray">
          <a:xfrm>
            <a:off x="8362950" y="5075238"/>
            <a:ext cx="25082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A405BAEF-A1E2-49D0-929D-B682AA6659C8}" type="datetime' ''6''''''''''''''''''''''''''''m'''''''''''''''''''' 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 6m 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82" name="Text Placeholder 2">
            <a:extLst>
              <a:ext uri="{FF2B5EF4-FFF2-40B4-BE49-F238E27FC236}">
                <a16:creationId xmlns:a16="http://schemas.microsoft.com/office/drawing/2014/main" id="{6F11BC11-24F0-A314-CA68-6C2E44F10344}"/>
              </a:ext>
            </a:extLst>
          </p:cNvPr>
          <p:cNvSpPr>
            <a:spLocks/>
          </p:cNvSpPr>
          <p:nvPr>
            <p:custDataLst>
              <p:tags r:id="rId80"/>
            </p:custDataLst>
          </p:nvPr>
        </p:nvSpPr>
        <p:spPr bwMode="gray">
          <a:xfrm>
            <a:off x="8685213" y="5002213"/>
            <a:ext cx="22225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23565F66-35EF-4DE9-A0AF-CFBC6E238D11}" type="datetime''''''' ''''''''''1''''''''''''m'' 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 1m 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83" name="Text Placeholder 2">
            <a:extLst>
              <a:ext uri="{FF2B5EF4-FFF2-40B4-BE49-F238E27FC236}">
                <a16:creationId xmlns:a16="http://schemas.microsoft.com/office/drawing/2014/main" id="{D33B6579-520D-FACB-602C-ECD541BB0284}"/>
              </a:ext>
            </a:extLst>
          </p:cNvPr>
          <p:cNvSpPr>
            <a:spLocks/>
          </p:cNvSpPr>
          <p:nvPr>
            <p:custDataLst>
              <p:tags r:id="rId81"/>
            </p:custDataLst>
          </p:nvPr>
        </p:nvSpPr>
        <p:spPr bwMode="gray">
          <a:xfrm>
            <a:off x="8959850" y="4979988"/>
            <a:ext cx="28892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0.3m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3" name="Text Placeholder 2">
            <a:extLst>
              <a:ext uri="{FF2B5EF4-FFF2-40B4-BE49-F238E27FC236}">
                <a16:creationId xmlns:a16="http://schemas.microsoft.com/office/drawing/2014/main" id="{474D99FB-C9B2-8109-A18E-72E2867F0FBF}"/>
              </a:ext>
            </a:extLst>
          </p:cNvPr>
          <p:cNvSpPr>
            <a:spLocks/>
          </p:cNvSpPr>
          <p:nvPr>
            <p:custDataLst>
              <p:tags r:id="rId82"/>
            </p:custDataLst>
          </p:nvPr>
        </p:nvSpPr>
        <p:spPr bwMode="gray">
          <a:xfrm>
            <a:off x="9372600" y="4979988"/>
            <a:ext cx="809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-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85" name="Text Placeholder 2">
            <a:extLst>
              <a:ext uri="{FF2B5EF4-FFF2-40B4-BE49-F238E27FC236}">
                <a16:creationId xmlns:a16="http://schemas.microsoft.com/office/drawing/2014/main" id="{CA0095F4-917E-5A25-479F-ED76DC5052CD}"/>
              </a:ext>
            </a:extLst>
          </p:cNvPr>
          <p:cNvSpPr>
            <a:spLocks/>
          </p:cNvSpPr>
          <p:nvPr>
            <p:custDataLst>
              <p:tags r:id="rId83"/>
            </p:custDataLst>
          </p:nvPr>
        </p:nvSpPr>
        <p:spPr bwMode="gray">
          <a:xfrm>
            <a:off x="9604375" y="4979988"/>
            <a:ext cx="2317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10CB1066-0494-416A-B480-C56259ACECC7}" type="datetime'''''''''''''''''''''''''1''''''''''''''''''''''''''3''''m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13m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92" name="Text Placeholder 2">
            <a:extLst>
              <a:ext uri="{FF2B5EF4-FFF2-40B4-BE49-F238E27FC236}">
                <a16:creationId xmlns:a16="http://schemas.microsoft.com/office/drawing/2014/main" id="{D46E13E2-8FE8-D0F0-BFF8-B719843CC1F6}"/>
              </a:ext>
            </a:extLst>
          </p:cNvPr>
          <p:cNvSpPr>
            <a:spLocks/>
          </p:cNvSpPr>
          <p:nvPr>
            <p:custDataLst>
              <p:tags r:id="rId84"/>
            </p:custDataLst>
          </p:nvPr>
        </p:nvSpPr>
        <p:spPr bwMode="gray">
          <a:xfrm>
            <a:off x="9818688" y="5114925"/>
            <a:ext cx="150813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AA700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CAC20F32-0997-49BB-A47D-DD5F7A7B20B2}" type="datetime'''''''''''''''''''''''''1''''''''''''m'''">
              <a:rPr kumimoji="0" lang="en-US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1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1m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cxnSp>
        <p:nvCxnSpPr>
          <p:cNvPr id="486" name="Straight Connector 485">
            <a:extLst>
              <a:ext uri="{FF2B5EF4-FFF2-40B4-BE49-F238E27FC236}">
                <a16:creationId xmlns:a16="http://schemas.microsoft.com/office/drawing/2014/main" id="{42625945-5FF1-62B1-A759-C79C51E82B46}"/>
              </a:ext>
            </a:extLst>
          </p:cNvPr>
          <p:cNvCxnSpPr/>
          <p:nvPr>
            <p:custDataLst>
              <p:tags r:id="rId85"/>
            </p:custDataLst>
          </p:nvPr>
        </p:nvCxnSpPr>
        <p:spPr bwMode="gray">
          <a:xfrm>
            <a:off x="8266113" y="3484563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7" name="Straight Connector 486">
            <a:extLst>
              <a:ext uri="{FF2B5EF4-FFF2-40B4-BE49-F238E27FC236}">
                <a16:creationId xmlns:a16="http://schemas.microsoft.com/office/drawing/2014/main" id="{6968F9EA-6976-2C81-41F1-E6138451D26C}"/>
              </a:ext>
            </a:extLst>
          </p:cNvPr>
          <p:cNvCxnSpPr/>
          <p:nvPr>
            <p:custDataLst>
              <p:tags r:id="rId86"/>
            </p:custDataLst>
          </p:nvPr>
        </p:nvCxnSpPr>
        <p:spPr bwMode="gray">
          <a:xfrm>
            <a:off x="8574088" y="2922588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8" name="Straight Connector 487">
            <a:extLst>
              <a:ext uri="{FF2B5EF4-FFF2-40B4-BE49-F238E27FC236}">
                <a16:creationId xmlns:a16="http://schemas.microsoft.com/office/drawing/2014/main" id="{FCAB9A46-05E9-7682-3A6B-C989CEB8883D}"/>
              </a:ext>
            </a:extLst>
          </p:cNvPr>
          <p:cNvCxnSpPr/>
          <p:nvPr>
            <p:custDataLst>
              <p:tags r:id="rId87"/>
            </p:custDataLst>
          </p:nvPr>
        </p:nvCxnSpPr>
        <p:spPr bwMode="gray">
          <a:xfrm>
            <a:off x="8882063" y="2836863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9" name="Straight Connector 488">
            <a:extLst>
              <a:ext uri="{FF2B5EF4-FFF2-40B4-BE49-F238E27FC236}">
                <a16:creationId xmlns:a16="http://schemas.microsoft.com/office/drawing/2014/main" id="{91A3047D-4652-B006-73FD-1E482E9914C4}"/>
              </a:ext>
            </a:extLst>
          </p:cNvPr>
          <p:cNvCxnSpPr/>
          <p:nvPr>
            <p:custDataLst>
              <p:tags r:id="rId88"/>
            </p:custDataLst>
          </p:nvPr>
        </p:nvCxnSpPr>
        <p:spPr bwMode="gray">
          <a:xfrm>
            <a:off x="9190038" y="280987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0" name="Straight Connector 489">
            <a:extLst>
              <a:ext uri="{FF2B5EF4-FFF2-40B4-BE49-F238E27FC236}">
                <a16:creationId xmlns:a16="http://schemas.microsoft.com/office/drawing/2014/main" id="{20506CE9-45A3-E775-EFE1-94D50FFA4749}"/>
              </a:ext>
            </a:extLst>
          </p:cNvPr>
          <p:cNvCxnSpPr/>
          <p:nvPr>
            <p:custDataLst>
              <p:tags r:id="rId89"/>
            </p:custDataLst>
          </p:nvPr>
        </p:nvCxnSpPr>
        <p:spPr bwMode="gray">
          <a:xfrm>
            <a:off x="9498013" y="280987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351E12CF-0ECC-1DF1-1DC6-8396BE7AD50C}"/>
              </a:ext>
            </a:extLst>
          </p:cNvPr>
          <p:cNvSpPr/>
          <p:nvPr>
            <p:custDataLst>
              <p:tags r:id="rId90"/>
            </p:custDataLst>
          </p:nvPr>
        </p:nvSpPr>
        <p:spPr bwMode="auto">
          <a:xfrm>
            <a:off x="9326563" y="2806700"/>
            <a:ext cx="171450" cy="6350"/>
          </a:xfrm>
          <a:prstGeom prst="rect">
            <a:avLst/>
          </a:prstGeom>
          <a:solidFill>
            <a:srgbClr val="D6A300"/>
          </a:solidFill>
          <a:ln w="317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graphicFrame>
        <p:nvGraphicFramePr>
          <p:cNvPr id="74" name="Chart 73">
            <a:extLst>
              <a:ext uri="{FF2B5EF4-FFF2-40B4-BE49-F238E27FC236}">
                <a16:creationId xmlns:a16="http://schemas.microsoft.com/office/drawing/2014/main" id="{F22196FE-8CB9-1782-7F22-E7A8106481F1}"/>
              </a:ext>
            </a:extLst>
          </p:cNvPr>
          <p:cNvGraphicFramePr/>
          <p:nvPr>
            <p:custDataLst>
              <p:tags r:id="rId91"/>
            </p:custDataLst>
          </p:nvPr>
        </p:nvGraphicFramePr>
        <p:xfrm>
          <a:off x="7943850" y="2727325"/>
          <a:ext cx="2012950" cy="1401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0"/>
          </a:graphicData>
        </a:graphic>
      </p:graphicFrame>
      <p:cxnSp>
        <p:nvCxnSpPr>
          <p:cNvPr id="494" name="Straight Connector 493">
            <a:extLst>
              <a:ext uri="{FF2B5EF4-FFF2-40B4-BE49-F238E27FC236}">
                <a16:creationId xmlns:a16="http://schemas.microsoft.com/office/drawing/2014/main" id="{8B9AB25B-7468-1DBF-0E3D-BD19A0EF3D6E}"/>
              </a:ext>
            </a:extLst>
          </p:cNvPr>
          <p:cNvCxnSpPr/>
          <p:nvPr>
            <p:custDataLst>
              <p:tags r:id="rId92"/>
            </p:custDataLst>
          </p:nvPr>
        </p:nvCxnSpPr>
        <p:spPr bwMode="auto">
          <a:xfrm flipH="1">
            <a:off x="9783763" y="2865438"/>
            <a:ext cx="349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5" name="Straight Connector 494">
            <a:extLst>
              <a:ext uri="{FF2B5EF4-FFF2-40B4-BE49-F238E27FC236}">
                <a16:creationId xmlns:a16="http://schemas.microsoft.com/office/drawing/2014/main" id="{99BDF3EF-D790-8DC4-511C-EF66D8AA7A39}"/>
              </a:ext>
            </a:extLst>
          </p:cNvPr>
          <p:cNvCxnSpPr/>
          <p:nvPr>
            <p:custDataLst>
              <p:tags r:id="rId93"/>
            </p:custDataLst>
          </p:nvPr>
        </p:nvCxnSpPr>
        <p:spPr bwMode="auto">
          <a:xfrm flipH="1">
            <a:off x="9783763" y="3305175"/>
            <a:ext cx="349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6" name="Straight Connector 495">
            <a:extLst>
              <a:ext uri="{FF2B5EF4-FFF2-40B4-BE49-F238E27FC236}">
                <a16:creationId xmlns:a16="http://schemas.microsoft.com/office/drawing/2014/main" id="{FB5A9DF0-17DE-1DAE-6170-7772E5776981}"/>
              </a:ext>
            </a:extLst>
          </p:cNvPr>
          <p:cNvCxnSpPr/>
          <p:nvPr>
            <p:custDataLst>
              <p:tags r:id="rId94"/>
            </p:custDataLst>
          </p:nvPr>
        </p:nvCxnSpPr>
        <p:spPr bwMode="auto">
          <a:xfrm flipH="1">
            <a:off x="9783763" y="3867150"/>
            <a:ext cx="349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7" name="Text Placeholder 2">
            <a:extLst>
              <a:ext uri="{FF2B5EF4-FFF2-40B4-BE49-F238E27FC236}">
                <a16:creationId xmlns:a16="http://schemas.microsoft.com/office/drawing/2014/main" id="{885F2479-9018-B106-DA1E-830611EFD46B}"/>
              </a:ext>
            </a:extLst>
          </p:cNvPr>
          <p:cNvSpPr>
            <a:spLocks/>
          </p:cNvSpPr>
          <p:nvPr>
            <p:custDataLst>
              <p:tags r:id="rId95"/>
            </p:custDataLst>
          </p:nvPr>
        </p:nvSpPr>
        <p:spPr bwMode="auto">
          <a:xfrm>
            <a:off x="8110538" y="4076700"/>
            <a:ext cx="139700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650ED78-4736-4FE8-B5F0-879CCEB56526}" type="datetime'''''''''''''N''A''''''''''''''''''''''''''''''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NA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98" name="Text Placeholder 2">
            <a:extLst>
              <a:ext uri="{FF2B5EF4-FFF2-40B4-BE49-F238E27FC236}">
                <a16:creationId xmlns:a16="http://schemas.microsoft.com/office/drawing/2014/main" id="{0A1F6EEC-4D56-60D0-F681-3AEE0838B241}"/>
              </a:ext>
            </a:extLst>
          </p:cNvPr>
          <p:cNvSpPr>
            <a:spLocks/>
          </p:cNvSpPr>
          <p:nvPr>
            <p:custDataLst>
              <p:tags r:id="rId96"/>
            </p:custDataLst>
          </p:nvPr>
        </p:nvSpPr>
        <p:spPr bwMode="auto">
          <a:xfrm>
            <a:off x="8423275" y="4076700"/>
            <a:ext cx="131763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427AC78-7642-43DB-8915-B18267B248E6}" type="datetime'''''''''''''''''''''''''''''''E''''''''''''''''''''U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EU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499" name="Text Placeholder 2">
            <a:extLst>
              <a:ext uri="{FF2B5EF4-FFF2-40B4-BE49-F238E27FC236}">
                <a16:creationId xmlns:a16="http://schemas.microsoft.com/office/drawing/2014/main" id="{00F69F03-BF27-E9A0-9B60-4CF9653E156A}"/>
              </a:ext>
            </a:extLst>
          </p:cNvPr>
          <p:cNvSpPr>
            <a:spLocks/>
          </p:cNvSpPr>
          <p:nvPr>
            <p:custDataLst>
              <p:tags r:id="rId97"/>
            </p:custDataLst>
          </p:nvPr>
        </p:nvSpPr>
        <p:spPr bwMode="auto">
          <a:xfrm>
            <a:off x="8643938" y="4076700"/>
            <a:ext cx="304800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506B35D-CA14-419D-8824-4C3053033B6E}" type="datetime'A''''''''S''''''''''''''''''''PA''''''C''''''''''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ASPAC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00" name="Text Placeholder 2">
            <a:extLst>
              <a:ext uri="{FF2B5EF4-FFF2-40B4-BE49-F238E27FC236}">
                <a16:creationId xmlns:a16="http://schemas.microsoft.com/office/drawing/2014/main" id="{1DB112F1-52D1-DB84-A8B5-C5DD3A8A47BC}"/>
              </a:ext>
            </a:extLst>
          </p:cNvPr>
          <p:cNvSpPr>
            <a:spLocks/>
          </p:cNvSpPr>
          <p:nvPr>
            <p:custDataLst>
              <p:tags r:id="rId98"/>
            </p:custDataLst>
          </p:nvPr>
        </p:nvSpPr>
        <p:spPr bwMode="auto">
          <a:xfrm>
            <a:off x="9069388" y="4076700"/>
            <a:ext cx="71438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1F5F468-CD6E-4101-878A-F4AFAFD3F365}" type="datetime'''''''''''''''''A''''''''''''''''''''''''''''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A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01" name="Text Placeholder 2">
            <a:extLst>
              <a:ext uri="{FF2B5EF4-FFF2-40B4-BE49-F238E27FC236}">
                <a16:creationId xmlns:a16="http://schemas.microsoft.com/office/drawing/2014/main" id="{B56FC04A-9CD8-9686-E1BE-FE77B23DA8FE}"/>
              </a:ext>
            </a:extLst>
          </p:cNvPr>
          <p:cNvSpPr>
            <a:spLocks/>
          </p:cNvSpPr>
          <p:nvPr>
            <p:custDataLst>
              <p:tags r:id="rId99"/>
            </p:custDataLst>
          </p:nvPr>
        </p:nvSpPr>
        <p:spPr bwMode="auto">
          <a:xfrm>
            <a:off x="9258301" y="4076701"/>
            <a:ext cx="307975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9F5A50B-211C-4796-9DC3-A44FC4FB7226}" type="datetime'O''''''''''''''''''t''''he''''r''''''''''''s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Others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03" name="Text Placeholder 2">
            <a:extLst>
              <a:ext uri="{FF2B5EF4-FFF2-40B4-BE49-F238E27FC236}">
                <a16:creationId xmlns:a16="http://schemas.microsoft.com/office/drawing/2014/main" id="{BCA27BE0-5725-769F-40BB-88345CE054F3}"/>
              </a:ext>
            </a:extLst>
          </p:cNvPr>
          <p:cNvSpPr>
            <a:spLocks/>
          </p:cNvSpPr>
          <p:nvPr>
            <p:custDataLst>
              <p:tags r:id="rId100"/>
            </p:custDataLst>
          </p:nvPr>
        </p:nvSpPr>
        <p:spPr bwMode="gray">
          <a:xfrm>
            <a:off x="9818688" y="2817813"/>
            <a:ext cx="174625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BD69C7DC-4C96-411A-BD35-56FC63E0089F}" type="datetime'''''''''''''''''''2''m'''''''''''''''''''''''''''''">
              <a:rPr kumimoji="0" lang="en-US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2m</a:t>
            </a:fld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04" name="Text Placeholder 2">
            <a:extLst>
              <a:ext uri="{FF2B5EF4-FFF2-40B4-BE49-F238E27FC236}">
                <a16:creationId xmlns:a16="http://schemas.microsoft.com/office/drawing/2014/main" id="{027288AB-288F-0A74-4AD2-3409B4029352}"/>
              </a:ext>
            </a:extLst>
          </p:cNvPr>
          <p:cNvSpPr>
            <a:spLocks/>
          </p:cNvSpPr>
          <p:nvPr>
            <p:custDataLst>
              <p:tags r:id="rId101"/>
            </p:custDataLst>
          </p:nvPr>
        </p:nvSpPr>
        <p:spPr bwMode="gray">
          <a:xfrm>
            <a:off x="9818687" y="3257550"/>
            <a:ext cx="209550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48D547E3-4E70-4A8A-85B2-A5B93A72F160}" type="datetime'''1''''''''''5''''m'''''''''''''''''''''''''''''''">
              <a:rPr kumimoji="0" lang="en-US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15m</a:t>
            </a:fld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05" name="Text Placeholder 2">
            <a:extLst>
              <a:ext uri="{FF2B5EF4-FFF2-40B4-BE49-F238E27FC236}">
                <a16:creationId xmlns:a16="http://schemas.microsoft.com/office/drawing/2014/main" id="{796AA27B-2AB8-5FE0-CB8D-3ABFE9C157A5}"/>
              </a:ext>
            </a:extLst>
          </p:cNvPr>
          <p:cNvSpPr>
            <a:spLocks/>
          </p:cNvSpPr>
          <p:nvPr>
            <p:custDataLst>
              <p:tags r:id="rId102"/>
            </p:custDataLst>
          </p:nvPr>
        </p:nvSpPr>
        <p:spPr bwMode="gray">
          <a:xfrm>
            <a:off x="9818687" y="3819525"/>
            <a:ext cx="165100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342371BF-3383-4AB0-98A3-58D6BC8C8238}" type="datetime'''''''''''''''''''''''7''''''m'''''">
              <a:rPr kumimoji="0" lang="en-US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7m</a:t>
            </a:fld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06" name="Text Placeholder 2">
            <a:extLst>
              <a:ext uri="{FF2B5EF4-FFF2-40B4-BE49-F238E27FC236}">
                <a16:creationId xmlns:a16="http://schemas.microsoft.com/office/drawing/2014/main" id="{CF1A7A24-B76C-F064-E08A-7F1559F78A6D}"/>
              </a:ext>
            </a:extLst>
          </p:cNvPr>
          <p:cNvSpPr>
            <a:spLocks/>
          </p:cNvSpPr>
          <p:nvPr>
            <p:custDataLst>
              <p:tags r:id="rId103"/>
            </p:custDataLst>
          </p:nvPr>
        </p:nvSpPr>
        <p:spPr bwMode="auto">
          <a:xfrm>
            <a:off x="9609138" y="4076701"/>
            <a:ext cx="223838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F75219F-D6D1-483C-8538-C4477174206C}" type="datetime'T''''''''''''''''''''''o''''''t''''''''''''''''''''''al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Total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07" name="Text Placeholder 2">
            <a:extLst>
              <a:ext uri="{FF2B5EF4-FFF2-40B4-BE49-F238E27FC236}">
                <a16:creationId xmlns:a16="http://schemas.microsoft.com/office/drawing/2014/main" id="{D5908A68-782E-5732-1F0C-AC9D9BE4DFA7}"/>
              </a:ext>
            </a:extLst>
          </p:cNvPr>
          <p:cNvSpPr>
            <a:spLocks/>
          </p:cNvSpPr>
          <p:nvPr>
            <p:custDataLst>
              <p:tags r:id="rId104"/>
            </p:custDataLst>
          </p:nvPr>
        </p:nvSpPr>
        <p:spPr bwMode="gray">
          <a:xfrm>
            <a:off x="8077200" y="3349625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54E828C4-52EB-4BAC-B8FA-A48B9D608675}" type="datetime'1''''''''''''''''''''''''''''''''''''''1m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11m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08" name="Text Placeholder 2">
            <a:extLst>
              <a:ext uri="{FF2B5EF4-FFF2-40B4-BE49-F238E27FC236}">
                <a16:creationId xmlns:a16="http://schemas.microsoft.com/office/drawing/2014/main" id="{7767196D-DCB9-69E6-5A2B-1A9D0C7AC4C7}"/>
              </a:ext>
            </a:extLst>
          </p:cNvPr>
          <p:cNvSpPr>
            <a:spLocks/>
          </p:cNvSpPr>
          <p:nvPr>
            <p:custDataLst>
              <p:tags r:id="rId105"/>
            </p:custDataLst>
          </p:nvPr>
        </p:nvSpPr>
        <p:spPr bwMode="gray">
          <a:xfrm>
            <a:off x="8385175" y="2787650"/>
            <a:ext cx="2063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898B3F2D-CA84-49BC-BC09-86C0B38FB949}" type="datetime'''''1''''''''''''''''1''''''m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11m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509" name="Text Placeholder 2">
            <a:extLst>
              <a:ext uri="{FF2B5EF4-FFF2-40B4-BE49-F238E27FC236}">
                <a16:creationId xmlns:a16="http://schemas.microsoft.com/office/drawing/2014/main" id="{CCE91E4A-C045-1281-AA8E-57DFDD01928C}"/>
              </a:ext>
            </a:extLst>
          </p:cNvPr>
          <p:cNvSpPr>
            <a:spLocks/>
          </p:cNvSpPr>
          <p:nvPr>
            <p:custDataLst>
              <p:tags r:id="rId106"/>
            </p:custDataLst>
          </p:nvPr>
        </p:nvSpPr>
        <p:spPr bwMode="gray">
          <a:xfrm>
            <a:off x="8699501" y="2701925"/>
            <a:ext cx="1952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3197FFAE-1521-467D-92A2-13773125DF39}" type="datetime'''''''''''''''''''''2''''''m''''''''''''''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2m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75" name="Text Placeholder 2">
            <a:extLst>
              <a:ext uri="{FF2B5EF4-FFF2-40B4-BE49-F238E27FC236}">
                <a16:creationId xmlns:a16="http://schemas.microsoft.com/office/drawing/2014/main" id="{A0DC5913-3A13-BFB9-2E77-E599838D92E3}"/>
              </a:ext>
            </a:extLst>
          </p:cNvPr>
          <p:cNvSpPr>
            <a:spLocks/>
          </p:cNvSpPr>
          <p:nvPr>
            <p:custDataLst>
              <p:tags r:id="rId107"/>
            </p:custDataLst>
          </p:nvPr>
        </p:nvSpPr>
        <p:spPr bwMode="gray">
          <a:xfrm>
            <a:off x="9018588" y="2674938"/>
            <a:ext cx="17145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2EA8F47A-4E31-4D85-B32C-68D05D66B13A}" type="datetime'''''1''''''''''''''m''''''''''''''''''''''''''''''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1m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95" name="Text Placeholder 2">
            <a:extLst>
              <a:ext uri="{FF2B5EF4-FFF2-40B4-BE49-F238E27FC236}">
                <a16:creationId xmlns:a16="http://schemas.microsoft.com/office/drawing/2014/main" id="{E2EC3FD4-58C2-A199-953E-D6BEE42A1B57}"/>
              </a:ext>
            </a:extLst>
          </p:cNvPr>
          <p:cNvSpPr>
            <a:spLocks/>
          </p:cNvSpPr>
          <p:nvPr>
            <p:custDataLst>
              <p:tags r:id="rId108"/>
            </p:custDataLst>
          </p:nvPr>
        </p:nvSpPr>
        <p:spPr bwMode="gray">
          <a:xfrm>
            <a:off x="9372601" y="2674938"/>
            <a:ext cx="809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-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47A52AD6-CB9D-CC42-3B64-E93140AA6437}"/>
              </a:ext>
            </a:extLst>
          </p:cNvPr>
          <p:cNvSpPr>
            <a:spLocks/>
          </p:cNvSpPr>
          <p:nvPr>
            <p:custDataLst>
              <p:tags r:id="rId109"/>
            </p:custDataLst>
          </p:nvPr>
        </p:nvSpPr>
        <p:spPr bwMode="gray">
          <a:xfrm>
            <a:off x="9593263" y="2674938"/>
            <a:ext cx="255588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36654A90-9B32-4E53-AD48-F5CD7B251E1F}" type="datetime'2''''''''''''''5''''m''''''''''''''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25m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1A8584-08AE-77FD-8AD9-848339F00A7E}"/>
              </a:ext>
            </a:extLst>
          </p:cNvPr>
          <p:cNvSpPr/>
          <p:nvPr/>
        </p:nvSpPr>
        <p:spPr>
          <a:xfrm>
            <a:off x="0" y="-3173"/>
            <a:ext cx="12192000" cy="288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2026 Contract Hopper – April 2026 Version</a:t>
            </a:r>
          </a:p>
        </p:txBody>
      </p:sp>
      <p:sp>
        <p:nvSpPr>
          <p:cNvPr id="35" name="Speech Bubble: Rectangle with Corners Rounded 34">
            <a:extLst>
              <a:ext uri="{FF2B5EF4-FFF2-40B4-BE49-F238E27FC236}">
                <a16:creationId xmlns:a16="http://schemas.microsoft.com/office/drawing/2014/main" id="{AA44EC51-6000-FB4B-8C7F-C7895E4CEDE8}"/>
              </a:ext>
            </a:extLst>
          </p:cNvPr>
          <p:cNvSpPr/>
          <p:nvPr/>
        </p:nvSpPr>
        <p:spPr>
          <a:xfrm>
            <a:off x="5795975" y="2506935"/>
            <a:ext cx="1116000" cy="316800"/>
          </a:xfrm>
          <a:prstGeom prst="wedgeRoundRectCallout">
            <a:avLst>
              <a:gd name="adj1" fmla="val 16603"/>
              <a:gd name="adj2" fmla="val 67468"/>
              <a:gd name="adj3" fmla="val 16667"/>
            </a:avLst>
          </a:prstGeom>
          <a:solidFill>
            <a:srgbClr val="004F00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Completed</a:t>
            </a:r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Apr Total</a:t>
            </a:r>
            <a:r>
              <a:rPr kumimoji="0" lang="en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: </a:t>
            </a:r>
            <a:r>
              <a:rPr kumimoji="0" lang="de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9</a:t>
            </a:r>
            <a: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 (# 30)</a:t>
            </a:r>
            <a:b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</a:br>
            <a:r>
              <a:rPr kumimoji="0" lang="en-GB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Mar Total:  7m (# 21)</a:t>
            </a:r>
            <a:endParaRPr kumimoji="0" lang="en-GB" sz="700" b="0" i="1" u="none" strike="noStrike" kern="1200" cap="none" spc="-1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05" name="Speech Bubble: Rectangle with Corners Rounded 104">
            <a:extLst>
              <a:ext uri="{FF2B5EF4-FFF2-40B4-BE49-F238E27FC236}">
                <a16:creationId xmlns:a16="http://schemas.microsoft.com/office/drawing/2014/main" id="{9CD574B8-C4DA-69F3-4561-C459EEC32DCA}"/>
              </a:ext>
            </a:extLst>
          </p:cNvPr>
          <p:cNvSpPr/>
          <p:nvPr/>
        </p:nvSpPr>
        <p:spPr>
          <a:xfrm>
            <a:off x="2443975" y="2695005"/>
            <a:ext cx="1116000" cy="316800"/>
          </a:xfrm>
          <a:prstGeom prst="wedgeRoundRectCallout">
            <a:avLst>
              <a:gd name="adj1" fmla="val 23655"/>
              <a:gd name="adj2" fmla="val 68246"/>
              <a:gd name="adj3" fmla="val 16667"/>
            </a:avLst>
          </a:prstGeom>
          <a:solidFill>
            <a:schemeClr val="accent2">
              <a:lumMod val="75000"/>
            </a:schemeClr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In-flight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Apr </a:t>
            </a:r>
            <a:r>
              <a:rPr kumimoji="0" lang="en-DE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Total</a:t>
            </a:r>
            <a:r>
              <a:rPr kumimoji="0" lang="en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: </a:t>
            </a:r>
            <a:r>
              <a:rPr kumimoji="0" lang="de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203</a:t>
            </a:r>
            <a: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 </a:t>
            </a:r>
            <a:r>
              <a:rPr kumimoji="0" lang="en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(</a:t>
            </a:r>
            <a: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179</a:t>
            </a:r>
            <a:r>
              <a:rPr kumimoji="0" lang="en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)</a:t>
            </a:r>
            <a:b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</a:br>
            <a:r>
              <a:rPr kumimoji="0" lang="en-GB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Mar Total: 202m </a:t>
            </a:r>
            <a:r>
              <a:rPr kumimoji="0" lang="en-DE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(</a:t>
            </a:r>
            <a:r>
              <a:rPr kumimoji="0" lang="en-GB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161</a:t>
            </a:r>
            <a:r>
              <a:rPr kumimoji="0" lang="en-DE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)</a:t>
            </a:r>
            <a:endParaRPr kumimoji="0" lang="en-GB" sz="600" b="0" i="1" u="none" strike="noStrike" kern="1200" cap="none" spc="-1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1381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C16C6-C8FF-7757-C2CB-EC42BBBB4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2F29995-9E8F-0504-55D3-368A6D403FA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6" imgW="512" imgH="511" progId="TCLayout.ActiveDocument.1">
                  <p:embed/>
                </p:oleObj>
              </mc:Choice>
              <mc:Fallback>
                <p:oleObj name="think-cell Slide" r:id="rId116" imgW="512" imgH="51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2F29995-9E8F-0504-55D3-368A6D403F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F1F91BD9-2C29-AEFA-ACDC-DE79545BA683}"/>
              </a:ext>
            </a:extLst>
          </p:cNvPr>
          <p:cNvSpPr txBox="1">
            <a:spLocks/>
          </p:cNvSpPr>
          <p:nvPr/>
        </p:nvSpPr>
        <p:spPr>
          <a:xfrm>
            <a:off x="7953142" y="1800225"/>
            <a:ext cx="2160000" cy="4716000"/>
          </a:xfrm>
          <a:prstGeom prst="roundRect">
            <a:avLst>
              <a:gd name="adj" fmla="val 2289"/>
            </a:avLst>
          </a:prstGeom>
          <a:solidFill>
            <a:srgbClr val="E1E3D6"/>
          </a:solidFill>
        </p:spPr>
        <p:txBody>
          <a:bodyPr vert="horz" lIns="0" tIns="180000" rIns="0" bIns="180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DE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Est.</a:t>
            </a: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 </a:t>
            </a:r>
            <a:r>
              <a:rPr kumimoji="0" lang="en-DE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Savings Potential</a:t>
            </a:r>
            <a:r>
              <a:rPr kumimoji="0" lang="en-DE" sz="1000" b="1" i="0" u="none" strike="noStrike" kern="1200" cap="none" spc="0" normalizeH="0" baseline="3000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1 </a:t>
            </a:r>
            <a:r>
              <a:rPr kumimoji="0" lang="en-DE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(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USD</a:t>
            </a:r>
            <a:r>
              <a:rPr kumimoji="0" lang="en-DE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)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" panose="020B0504010101010104" pitchFamily="34" charset="77"/>
              <a:ea typeface="bp Sans" panose="020B0504010101010104" pitchFamily="34" charset="77"/>
              <a:cs typeface="bp Sans" panose="020B0504010101010104" pitchFamily="34" charset="77"/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047072EA-10EB-02A6-6AFA-A7E398F5131D}"/>
              </a:ext>
            </a:extLst>
          </p:cNvPr>
          <p:cNvSpPr/>
          <p:nvPr/>
        </p:nvSpPr>
        <p:spPr>
          <a:xfrm>
            <a:off x="8007142" y="4789488"/>
            <a:ext cx="2052000" cy="1584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5D79F01D-3179-6EE9-A270-FF6048209582}"/>
              </a:ext>
            </a:extLst>
          </p:cNvPr>
          <p:cNvSpPr/>
          <p:nvPr/>
        </p:nvSpPr>
        <p:spPr>
          <a:xfrm>
            <a:off x="8007142" y="2611438"/>
            <a:ext cx="2052000" cy="172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39" name="Content Placeholder 5">
            <a:extLst>
              <a:ext uri="{FF2B5EF4-FFF2-40B4-BE49-F238E27FC236}">
                <a16:creationId xmlns:a16="http://schemas.microsoft.com/office/drawing/2014/main" id="{33DF2655-05DA-68F1-5329-146AB0AFE730}"/>
              </a:ext>
            </a:extLst>
          </p:cNvPr>
          <p:cNvSpPr txBox="1">
            <a:spLocks/>
          </p:cNvSpPr>
          <p:nvPr/>
        </p:nvSpPr>
        <p:spPr>
          <a:xfrm>
            <a:off x="341313" y="1800225"/>
            <a:ext cx="7452000" cy="4716000"/>
          </a:xfrm>
          <a:prstGeom prst="roundRect">
            <a:avLst>
              <a:gd name="adj" fmla="val 1439"/>
            </a:avLst>
          </a:prstGeom>
          <a:solidFill>
            <a:srgbClr val="E1E3D6"/>
          </a:solidFill>
        </p:spPr>
        <p:txBody>
          <a:bodyPr vert="horz" lIns="0" tIns="180000" rIns="0" bIns="180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DE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Progress Tracker </a:t>
            </a:r>
            <a:r>
              <a:rPr kumimoji="0" lang="en-DE" sz="10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(USD &amp; # Contracts)</a:t>
            </a:r>
          </a:p>
        </p:txBody>
      </p:sp>
      <p:sp>
        <p:nvSpPr>
          <p:cNvPr id="27" name="Content Placeholder 5">
            <a:extLst>
              <a:ext uri="{FF2B5EF4-FFF2-40B4-BE49-F238E27FC236}">
                <a16:creationId xmlns:a16="http://schemas.microsoft.com/office/drawing/2014/main" id="{CA0F6338-31BE-09FA-0A47-E7D7945A4ACE}"/>
              </a:ext>
            </a:extLst>
          </p:cNvPr>
          <p:cNvSpPr txBox="1">
            <a:spLocks/>
          </p:cNvSpPr>
          <p:nvPr/>
        </p:nvSpPr>
        <p:spPr>
          <a:xfrm>
            <a:off x="10233863" y="1800224"/>
            <a:ext cx="1620000" cy="4716000"/>
          </a:xfrm>
          <a:prstGeom prst="roundRect">
            <a:avLst>
              <a:gd name="adj" fmla="val 5545"/>
            </a:avLst>
          </a:prstGeom>
          <a:solidFill>
            <a:srgbClr val="E1E3D6"/>
          </a:solidFill>
        </p:spPr>
        <p:txBody>
          <a:bodyPr vert="horz" lIns="0" tIns="180000" rIns="0" bIns="180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DE" sz="10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Support Needed</a:t>
            </a:r>
            <a:endParaRPr kumimoji="0" lang="en-DE" sz="1000" b="1" i="0" u="none" strike="noStrike" kern="1200" cap="none" spc="0" normalizeH="0" baseline="0" noProof="0">
              <a:ln>
                <a:noFill/>
              </a:ln>
              <a:solidFill>
                <a:srgbClr val="007F00"/>
              </a:solidFill>
              <a:effectLst/>
              <a:uLnTx/>
              <a:uFillTx/>
              <a:latin typeface="bp Sans" panose="020B0504010101010104" pitchFamily="34" charset="77"/>
              <a:ea typeface="bp Sans" panose="020B0504010101010104" pitchFamily="34" charset="77"/>
              <a:cs typeface="bp Sans" panose="020B0504010101010104" pitchFamily="34" charset="77"/>
            </a:endParaRP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Rail Europe: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need continued openness from RS&amp;M Supply Operations, Commercial and Planning Teams to making operational changes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Road Europe: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need continued support from M&amp;C to assess, test and implement key initiatives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Cherry port Logistics: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Additional support is required to accelerate the initiative delivery timeline. Each additional year reduces savings by c</a:t>
            </a: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.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 TT Medium" panose="020B0604020202020204" charset="0"/>
                <a:cs typeface="bp Sans TT Medium" panose="020B0604020202020204" charset="0"/>
              </a:rPr>
              <a:t>$19m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TA Bulk Road: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rPr>
              <a:t> Need ongoing/additional support from the TA business to deliver</a:t>
            </a:r>
            <a:endParaRPr kumimoji="0" lang="en-DE" sz="1000" b="1" i="0" u="none" strike="noStrike" kern="1200" cap="none" spc="0" normalizeH="0" baseline="0" noProof="0">
              <a:ln>
                <a:noFill/>
              </a:ln>
              <a:solidFill>
                <a:srgbClr val="007F00"/>
              </a:solidFill>
              <a:effectLst/>
              <a:uLnTx/>
              <a:uFillTx/>
              <a:latin typeface="bp Sans" panose="020B0504010101010104" pitchFamily="34" charset="77"/>
              <a:ea typeface="bp Sans" panose="020B0504010101010104" pitchFamily="34" charset="77"/>
              <a:cs typeface="bp Sans" panose="020B0504010101010104" pitchFamily="34" charset="77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FCB0988-281A-2D3C-800E-F433F69F4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DE"/>
              <a:t>2026 Contract Hopper | </a:t>
            </a:r>
            <a:r>
              <a:rPr lang="en-GB"/>
              <a:t>Logistics and Fuel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0051E-96EA-BE6A-0B06-AB1D00BE42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132 Go-to-Market contracts ($ 226m) in 2026, of which 67 contracts ($ 132m) are in-flight or </a:t>
            </a:r>
            <a:br>
              <a:rPr lang="en-GB"/>
            </a:br>
            <a:r>
              <a:rPr lang="en-GB"/>
              <a:t>have been completed. The spend in value delivery is $ 86m with an average savings of 7%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7560EB-723E-EC98-101A-AC827B1C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6EAE7-A19E-4D31-8DA8-3768B267B6B2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A8A45-91F3-6D23-256F-BBDB290F4B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180000" indent="-180000">
              <a:buAutoNum type="arabicParenR"/>
            </a:pPr>
            <a:r>
              <a:rPr lang="en-GB"/>
              <a:t>Saving based on </a:t>
            </a:r>
            <a:r>
              <a:rPr lang="en-DE"/>
              <a:t>Compass;</a:t>
            </a:r>
            <a:r>
              <a:rPr lang="en-GB"/>
              <a:t> otherwise</a:t>
            </a:r>
            <a:r>
              <a:rPr lang="en-DE"/>
              <a:t>,</a:t>
            </a:r>
            <a:r>
              <a:rPr lang="en-GB"/>
              <a:t> 5% </a:t>
            </a:r>
            <a:r>
              <a:rPr lang="en-DE"/>
              <a:t>savings on </a:t>
            </a:r>
            <a:r>
              <a:rPr lang="en-GB"/>
              <a:t>contract spend value</a:t>
            </a:r>
            <a:r>
              <a:rPr lang="en-DE"/>
              <a:t> assumed</a:t>
            </a:r>
          </a:p>
          <a:p>
            <a:pPr marL="180000"/>
            <a:r>
              <a:rPr lang="en-DE"/>
              <a:t>Colour Key: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86AA9-8FE8-EB31-237B-B0B74901CA5A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bp</a:t>
            </a: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| May 20</a:t>
            </a:r>
            <a:r>
              <a:rPr kumimoji="0" lang="en-DE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26</a:t>
            </a: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| Confidential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60D06D-F6C0-E0A6-123C-74574AA32CA4}"/>
              </a:ext>
            </a:extLst>
          </p:cNvPr>
          <p:cNvSpPr/>
          <p:nvPr/>
        </p:nvSpPr>
        <p:spPr>
          <a:xfrm>
            <a:off x="341313" y="2220027"/>
            <a:ext cx="7452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Stage</a:t>
            </a: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</a:t>
            </a: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Overview</a:t>
            </a: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D6077A-A746-50DD-ADBD-0F9DE07EFD5C}"/>
              </a:ext>
            </a:extLst>
          </p:cNvPr>
          <p:cNvSpPr/>
          <p:nvPr/>
        </p:nvSpPr>
        <p:spPr>
          <a:xfrm>
            <a:off x="341313" y="4410603"/>
            <a:ext cx="7452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Split by </a:t>
            </a: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Region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49EAE7C-7229-6B42-2F39-C90EF10D432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953142" y="2220027"/>
            <a:ext cx="2160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Ann. Impact</a:t>
            </a: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by Region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5709EEF-8812-47A7-7D8B-7799D8DE4E7D}"/>
              </a:ext>
            </a:extLst>
          </p:cNvPr>
          <p:cNvSpPr/>
          <p:nvPr/>
        </p:nvSpPr>
        <p:spPr>
          <a:xfrm>
            <a:off x="7953142" y="4410603"/>
            <a:ext cx="2160000" cy="252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2026 In-Year Impact by Region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A13D94D-FFAA-E07B-BD9D-1C4E363F9D5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32590" y="2611438"/>
            <a:ext cx="7282003" cy="172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Stage</a:t>
            </a: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E4DD1652-61AD-FE91-2417-832A98945A92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1209675" y="3798888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7A6BAB2-CCEF-13BE-06F1-D39D18154439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2097088" y="3589338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44C1A45-6219-EFE4-5C89-820ABF80DF7C}"/>
              </a:ext>
            </a:extLst>
          </p:cNvPr>
          <p:cNvCxnSpPr/>
          <p:nvPr>
            <p:custDataLst>
              <p:tags r:id="rId7"/>
            </p:custDataLst>
          </p:nvPr>
        </p:nvCxnSpPr>
        <p:spPr bwMode="gray">
          <a:xfrm>
            <a:off x="2984500" y="3560763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D53D976-F4DC-64C4-DF2E-3265ECC04AF6}"/>
              </a:ext>
            </a:extLst>
          </p:cNvPr>
          <p:cNvCxnSpPr/>
          <p:nvPr>
            <p:custDataLst>
              <p:tags r:id="rId8"/>
            </p:custDataLst>
          </p:nvPr>
        </p:nvCxnSpPr>
        <p:spPr bwMode="gray">
          <a:xfrm>
            <a:off x="3871913" y="3484563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D1B8BC7-9D62-C160-5F56-0A8AAC5AAE0D}"/>
              </a:ext>
            </a:extLst>
          </p:cNvPr>
          <p:cNvCxnSpPr/>
          <p:nvPr>
            <p:custDataLst>
              <p:tags r:id="rId9"/>
            </p:custDataLst>
          </p:nvPr>
        </p:nvCxnSpPr>
        <p:spPr bwMode="gray">
          <a:xfrm>
            <a:off x="4757738" y="3475038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467A24C-D1C9-B5E1-3B6F-33677131A0E9}"/>
              </a:ext>
            </a:extLst>
          </p:cNvPr>
          <p:cNvCxnSpPr/>
          <p:nvPr>
            <p:custDataLst>
              <p:tags r:id="rId10"/>
            </p:custDataLst>
          </p:nvPr>
        </p:nvCxnSpPr>
        <p:spPr bwMode="gray">
          <a:xfrm>
            <a:off x="5645150" y="3446463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09F2EC6-9EB7-1DEC-20F1-7077ABBF4AD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gray">
          <a:xfrm>
            <a:off x="6532563" y="3184525"/>
            <a:ext cx="393700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F79AB52-3F7D-85AC-873E-914A076D0CA3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4265613" y="3475038"/>
            <a:ext cx="492125" cy="9525"/>
          </a:xfrm>
          <a:prstGeom prst="rect">
            <a:avLst/>
          </a:prstGeom>
          <a:solidFill>
            <a:srgbClr val="6AA700"/>
          </a:solidFill>
          <a:ln w="317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A59022B2-2210-7359-2113-9CAB41516724}"/>
              </a:ext>
            </a:extLst>
          </p:cNvPr>
          <p:cNvGraphicFramePr/>
          <p:nvPr>
            <p:custDataLst>
              <p:tags r:id="rId13"/>
            </p:custDataLst>
          </p:nvPr>
        </p:nvGraphicFramePr>
        <p:xfrm>
          <a:off x="436563" y="3101975"/>
          <a:ext cx="7262812" cy="855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8"/>
          </a:graphicData>
        </a:graphic>
      </p:graphicFrame>
      <p:sp>
        <p:nvSpPr>
          <p:cNvPr id="98" name="Text Placeholder 2">
            <a:extLst>
              <a:ext uri="{FF2B5EF4-FFF2-40B4-BE49-F238E27FC236}">
                <a16:creationId xmlns:a16="http://schemas.microsoft.com/office/drawing/2014/main" id="{4F0D6DB4-398B-87DA-CD64-681C2AF382FC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557214" y="3908425"/>
            <a:ext cx="8112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55948F1-6383-49B6-80A6-6EDD9597A45D}" type="datetime'''1.'' In re''view'''''''' t''o be tak''en ''to ''marke''t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1. In review to be taken to market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99" name="Text Placeholder 2">
            <a:extLst>
              <a:ext uri="{FF2B5EF4-FFF2-40B4-BE49-F238E27FC236}">
                <a16:creationId xmlns:a16="http://schemas.microsoft.com/office/drawing/2014/main" id="{495ACCAF-620B-BE11-F43E-38D3BC72C89D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1571625" y="3908425"/>
            <a:ext cx="557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5F75025-81D2-4F33-A7EF-0E06F4B8E040}" type="datetime'2''''. ''Cont''''rac''t con''''fir''med&#10;f''or'' bid''''din''g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2. Contract confirmed
for bidding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1" name="Text Placeholder 2">
            <a:extLst>
              <a:ext uri="{FF2B5EF4-FFF2-40B4-BE49-F238E27FC236}">
                <a16:creationId xmlns:a16="http://schemas.microsoft.com/office/drawing/2014/main" id="{E18DB677-52D7-2746-78BA-56422CF32758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2322513" y="3908425"/>
            <a:ext cx="828675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0817367-BB72-4EC6-84EA-29A4A58E2F8A}" type="datetime'''3''''''''. ''Sc''''op''''''''''''''e'' ''d''ef''i''''n''ed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3. Scope defined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4" name="Text Placeholder 2">
            <a:extLst>
              <a:ext uri="{FF2B5EF4-FFF2-40B4-BE49-F238E27FC236}">
                <a16:creationId xmlns:a16="http://schemas.microsoft.com/office/drawing/2014/main" id="{0D4A2594-F865-CFD6-DF61-FFDABF4034E7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3340100" y="3908425"/>
            <a:ext cx="5683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DDDDC39-182E-4347-A4A9-5B16438974BD}" type="datetime'4''. Te''nder&#10;''''i''''''''''''''''n p''r''og''re''s''s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4. Tender
in progress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441B304D-D2EE-E847-9616-89C736D4EBF4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4194175" y="3908425"/>
            <a:ext cx="635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D81D184-3E79-4D3F-906B-99311482D0F7}" type="datetime'''''''5''''. Ten''''''d''''er&#10;''''i''''''n ''eval''ua''tion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5. Tender
in evaluation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5A8331F-A823-0426-A5CB-D3254268B7BD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5197475" y="3908425"/>
            <a:ext cx="4016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3280EEA-736B-4BA3-9CBA-5FCE2BC412D9}" type="datetime'''''6''''''''.'' C''on-''''&#10;''''''trac''ti''''n''''''''''g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6. Con-
tracting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CE46D2FE-63EB-B128-6461-E00BA7E9AC4C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5880101" y="3908425"/>
            <a:ext cx="811213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5693ED4-C4A9-4672-8AC2-3E1AB63B3A0D}" type="datetime'7. V''''''a''''lue'''''' ''''''D''''el''i''ve''''r''''y''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7. Value Delivery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9B9313-DEE6-EDBA-5480-1A8066B06E1F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7045325" y="3908425"/>
            <a:ext cx="25400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5591669-EBEC-46C0-BFB2-A47A5B931512}" type="datetime'''''''T''''''''''''ot''a''l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Total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12" name="Text Placeholder 2">
            <a:extLst>
              <a:ext uri="{FF2B5EF4-FFF2-40B4-BE49-F238E27FC236}">
                <a16:creationId xmlns:a16="http://schemas.microsoft.com/office/drawing/2014/main" id="{1EF08EC1-EF3C-64A5-2843-F209B9B76701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801688" y="3529013"/>
            <a:ext cx="3222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BF88CC0-66D3-441A-BDB6-B5F1068A0098}" type="datetime''''' ''''''''''''''''2''''''5''''''''''''''''''''''''m 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25m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46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A9133816-1425-E26F-FD30-053F12A814B4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1684338" y="3319463"/>
            <a:ext cx="330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14EFCB7-29DB-4A50-876E-237D14E20347}" type="datetime''' ''''''''''6''''8''''''''''''''''m'' 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68m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19</a:t>
            </a:r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36AC0609-3D8C-3920-2B1B-14BE908E42F1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2584450" y="3290888"/>
            <a:ext cx="3048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63AAD42-4869-48AB-BBC8-32266C5D8479}" type="datetime' ''1''''''''''''0''''m'''' 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10m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9</a:t>
            </a:r>
          </a:p>
        </p:txBody>
      </p:sp>
      <p:sp>
        <p:nvSpPr>
          <p:cNvPr id="133" name="Text Placeholder 2">
            <a:extLst>
              <a:ext uri="{FF2B5EF4-FFF2-40B4-BE49-F238E27FC236}">
                <a16:creationId xmlns:a16="http://schemas.microsoft.com/office/drawing/2014/main" id="{31388D1F-4B7F-46AB-10DF-8915533574B0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3463925" y="3214688"/>
            <a:ext cx="3222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BCA0D62-98FA-41E0-9F95-8DA9EF08423F}" type="datetime' ''''''''''''''''''''''2''''5''''''m'''''''''' 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25m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</a:t>
            </a:r>
          </a:p>
        </p:txBody>
      </p:sp>
      <p:sp>
        <p:nvSpPr>
          <p:cNvPr id="134" name="Text Placeholder 2">
            <a:extLst>
              <a:ext uri="{FF2B5EF4-FFF2-40B4-BE49-F238E27FC236}">
                <a16:creationId xmlns:a16="http://schemas.microsoft.com/office/drawing/2014/main" id="{33B7B1E5-24D9-AA6C-086A-05D24E0453BB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4381500" y="3205163"/>
            <a:ext cx="2603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6882A67-C651-40A0-89B0-11997857E713}" type="datetime''''' ''''''''''''3''''''m'' 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3m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25</a:t>
            </a: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7D67D7E2-867A-ACB9-29BB-5C070EA433B2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5267325" y="3176588"/>
            <a:ext cx="2619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68555D3-95D9-44A9-97FE-1771866C5C93}" type="datetime''''''''''''''''' ''''''''''''''''''9''''''''''''m'''' 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9m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7</a:t>
            </a:r>
          </a:p>
        </p:txBody>
      </p:sp>
      <p:sp>
        <p:nvSpPr>
          <p:cNvPr id="136" name="Text Placeholder 2">
            <a:extLst>
              <a:ext uri="{FF2B5EF4-FFF2-40B4-BE49-F238E27FC236}">
                <a16:creationId xmlns:a16="http://schemas.microsoft.com/office/drawing/2014/main" id="{61582D3C-89A5-1757-5EAA-93587097FBFE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6119813" y="2914650"/>
            <a:ext cx="330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BF00D77-66C3-4E3C-A401-6A524ADA6793}" type="datetime''''''''''' ''''8''''''''''''''6''''''m'''''''''''''' 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86m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24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58E69EB4-4DB5-4748-5C4D-9142CD0949E5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7008813" y="2914650"/>
            <a:ext cx="3286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DBD9723-A554-4588-AF59-DD8BA171E59E}" type="datetime'''2''''2''''''''6''''''''''''''''m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226m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132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6EAAE6B0-FEE0-D1FD-14D3-D707D4D608F8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8012113" y="6683375"/>
            <a:ext cx="142875" cy="106363"/>
          </a:xfrm>
          <a:prstGeom prst="rect">
            <a:avLst/>
          </a:prstGeom>
          <a:solidFill>
            <a:srgbClr val="D6A300"/>
          </a:solidFill>
          <a:ln w="317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for BP Light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37B28216-0879-D3F8-405B-F1E7F7579D5D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8702675" y="6683375"/>
            <a:ext cx="142875" cy="106363"/>
          </a:xfrm>
          <a:prstGeom prst="rect">
            <a:avLst/>
          </a:prstGeom>
          <a:solidFill>
            <a:srgbClr val="6AA700"/>
          </a:solidFill>
          <a:ln w="317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for BP Light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B548E904-F7A6-619C-5530-0EC2B05A1767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9412288" y="6683375"/>
            <a:ext cx="142875" cy="106363"/>
          </a:xfrm>
          <a:prstGeom prst="rect">
            <a:avLst/>
          </a:prstGeom>
          <a:solidFill>
            <a:schemeClr val="accent3"/>
          </a:solidFill>
          <a:ln w="317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for BP Light"/>
              <a:ea typeface="+mn-ea"/>
              <a:cs typeface="+mn-cs"/>
            </a:endParaRPr>
          </a:p>
        </p:txBody>
      </p:sp>
      <p:sp>
        <p:nvSpPr>
          <p:cNvPr id="141" name="Text Placeholder 2">
            <a:extLst>
              <a:ext uri="{FF2B5EF4-FFF2-40B4-BE49-F238E27FC236}">
                <a16:creationId xmlns:a16="http://schemas.microsoft.com/office/drawing/2014/main" id="{13A40810-A2DF-B3A3-9BE8-90D3EA3ACADA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8205788" y="6678613"/>
            <a:ext cx="395288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1F44F19-13DB-4F42-A60A-D4DE0B41DCA0}" type="datetime'''''''''''''P''''i''''''''''p''''el''''''''i''n''e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Pipeline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42" name="Text Placeholder 2">
            <a:extLst>
              <a:ext uri="{FF2B5EF4-FFF2-40B4-BE49-F238E27FC236}">
                <a16:creationId xmlns:a16="http://schemas.microsoft.com/office/drawing/2014/main" id="{975814B5-8D10-4778-FB03-1C728EBC1168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8896350" y="6678613"/>
            <a:ext cx="414338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290F1B8-F8A3-469B-8DF4-0A97B888AF64}" type="datetime'''''''''I''''''''''''n''-''''''F''''''''''''l''''ig''''''ht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In-Flight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144" name="Text Placeholder 2">
            <a:extLst>
              <a:ext uri="{FF2B5EF4-FFF2-40B4-BE49-F238E27FC236}">
                <a16:creationId xmlns:a16="http://schemas.microsoft.com/office/drawing/2014/main" id="{52165F45-9D67-1F4C-ACA8-2DBC2153B80B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9605963" y="6678613"/>
            <a:ext cx="546100" cy="12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B76CCE1-6CC8-47C7-8A79-54170FE4DCF6}" type="datetime'''''Co''''m''''''p''''l''''''ete''''''''''''''''''''''''''d'''">
              <a:rPr kumimoji="0" lang="en-GB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Completed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502" name="Speech Bubble: Rectangle with Corners Rounded 501">
            <a:extLst>
              <a:ext uri="{FF2B5EF4-FFF2-40B4-BE49-F238E27FC236}">
                <a16:creationId xmlns:a16="http://schemas.microsoft.com/office/drawing/2014/main" id="{3FA1DDB9-0DF5-1BBF-A938-9718B09FC166}"/>
              </a:ext>
            </a:extLst>
          </p:cNvPr>
          <p:cNvSpPr/>
          <p:nvPr/>
        </p:nvSpPr>
        <p:spPr>
          <a:xfrm>
            <a:off x="9561776" y="2485775"/>
            <a:ext cx="684213" cy="144000"/>
          </a:xfrm>
          <a:prstGeom prst="wedgeRoundRectCallout">
            <a:avLst>
              <a:gd name="adj1" fmla="val 7748"/>
              <a:gd name="adj2" fmla="val 104500"/>
              <a:gd name="adj3" fmla="val 16667"/>
            </a:avLst>
          </a:prstGeom>
          <a:solidFill>
            <a:srgbClr val="004F00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7% of</a:t>
            </a:r>
            <a:r>
              <a:rPr kumimoji="0" lang="en-DE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</a:t>
            </a: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86m</a:t>
            </a: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E00DD39-BAA6-56A3-A665-E4C589932527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1893232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2032184-275E-5B1E-4FF4-E7E490938A01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3366432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D639802-6588-E8AE-3A98-7B625160A293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4838044" y="5114925"/>
            <a:ext cx="1404938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7FEDE2F-B9FF-C801-B9C0-9BBDF8F8F269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6311244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6422DE-3050-BEB9-09FA-18B65CB4A3EA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420032" y="5118100"/>
            <a:ext cx="1403350" cy="1260475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051B010-AC0C-0BDF-92FE-1C5A17FD7D77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420032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North America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16 contracts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2B5B9BC-9F90-E3F7-0537-05D9300ED9C8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1893232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Europe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</a:t>
            </a: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33</a:t>
            </a: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 contracts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1465B6D-2532-4F78-B9C8-492A5DBC8884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3366432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Asia Pacific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79 contracts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E036C9E-10EB-9C96-1558-E43BCE6DC9AC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4838044" y="4789488"/>
            <a:ext cx="1404938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(Headings)"/>
                <a:ea typeface="+mn-ea"/>
                <a:cs typeface="+mn-cs"/>
              </a:rPr>
              <a:t>Africa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 (Headings)"/>
                <a:ea typeface="+mn-ea"/>
                <a:cs typeface="+mn-cs"/>
              </a:rPr>
              <a:t># 1 contracts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FB52029-05CF-8DB1-7932-8FE59391BC6D}"/>
              </a:ext>
            </a:extLst>
          </p:cNvPr>
          <p:cNvSpPr/>
          <p:nvPr>
            <p:custDataLst>
              <p:tags r:id="rId45"/>
            </p:custDataLst>
          </p:nvPr>
        </p:nvSpPr>
        <p:spPr>
          <a:xfrm>
            <a:off x="6311244" y="4789488"/>
            <a:ext cx="1403350" cy="328613"/>
          </a:xfrm>
          <a:prstGeom prst="rect">
            <a:avLst/>
          </a:prstGeom>
          <a:solidFill>
            <a:srgbClr val="004F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bp Sans Light" panose="020B0404010101010104" pitchFamily="34" charset="0"/>
                <a:cs typeface="bp Sans Light" panose="020B0404010101010104" pitchFamily="34" charset="0"/>
              </a:rPr>
              <a:t>Others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bp Sans Light" panose="020B0404010101010104" pitchFamily="34" charset="0"/>
                <a:cs typeface="bp Sans Light" panose="020B0404010101010104" pitchFamily="34" charset="0"/>
              </a:rPr>
              <a:t># </a:t>
            </a:r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bp Sans Light" panose="020B0404010101010104" pitchFamily="34" charset="0"/>
                <a:cs typeface="bp Sans Light" panose="020B0404010101010104" pitchFamily="34" charset="0"/>
              </a:rPr>
              <a:t>3</a:t>
            </a:r>
            <a:r>
              <a:rPr kumimoji="0" lang="en-D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p sans"/>
                <a:ea typeface="bp Sans Light" panose="020B0404010101010104" pitchFamily="34" charset="0"/>
                <a:cs typeface="bp Sans Light" panose="020B0404010101010104" pitchFamily="34" charset="0"/>
              </a:rPr>
              <a:t> contracts</a:t>
            </a:r>
          </a:p>
        </p:txBody>
      </p:sp>
      <p:graphicFrame>
        <p:nvGraphicFramePr>
          <p:cNvPr id="55" name="Chart 54">
            <a:extLst>
              <a:ext uri="{FF2B5EF4-FFF2-40B4-BE49-F238E27FC236}">
                <a16:creationId xmlns:a16="http://schemas.microsoft.com/office/drawing/2014/main" id="{A59AF629-09A0-D02C-7F59-A49D3B7CE7B1}"/>
              </a:ext>
            </a:extLst>
          </p:cNvPr>
          <p:cNvGraphicFramePr/>
          <p:nvPr>
            <p:custDataLst>
              <p:tags r:id="rId46"/>
            </p:custDataLst>
          </p:nvPr>
        </p:nvGraphicFramePr>
        <p:xfrm>
          <a:off x="600075" y="5299075"/>
          <a:ext cx="1044575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9"/>
          </a:graphicData>
        </a:graphic>
      </p:graphicFrame>
      <p:sp>
        <p:nvSpPr>
          <p:cNvPr id="459" name="Text Placeholder 2">
            <a:extLst>
              <a:ext uri="{FF2B5EF4-FFF2-40B4-BE49-F238E27FC236}">
                <a16:creationId xmlns:a16="http://schemas.microsoft.com/office/drawing/2014/main" id="{E41B05B6-FE0D-43A4-546E-2850E7CCCDB0}"/>
              </a:ext>
            </a:extLst>
          </p:cNvPr>
          <p:cNvSpPr>
            <a:spLocks/>
          </p:cNvSpPr>
          <p:nvPr>
            <p:custDataLst>
              <p:tags r:id="rId47"/>
            </p:custDataLst>
          </p:nvPr>
        </p:nvSpPr>
        <p:spPr bwMode="auto">
          <a:xfrm>
            <a:off x="1431925" y="5246688"/>
            <a:ext cx="215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79A7B80-00C4-4FA0-AAD2-B6A88BA352AE}" type="datetime''''''' ''4m'''''''''''''' 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4m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13</a:t>
            </a:r>
          </a:p>
        </p:txBody>
      </p:sp>
      <p:sp>
        <p:nvSpPr>
          <p:cNvPr id="460" name="Text Placeholder 2">
            <a:extLst>
              <a:ext uri="{FF2B5EF4-FFF2-40B4-BE49-F238E27FC236}">
                <a16:creationId xmlns:a16="http://schemas.microsoft.com/office/drawing/2014/main" id="{A6D60918-9031-E71F-8005-70F77B82DF95}"/>
              </a:ext>
            </a:extLst>
          </p:cNvPr>
          <p:cNvSpPr>
            <a:spLocks/>
          </p:cNvSpPr>
          <p:nvPr>
            <p:custDataLst>
              <p:tags r:id="rId48"/>
            </p:custDataLst>
          </p:nvPr>
        </p:nvSpPr>
        <p:spPr bwMode="auto">
          <a:xfrm>
            <a:off x="1538288" y="5651500"/>
            <a:ext cx="2206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087FBE2-CDDC-44CC-AD27-B629670F37FD}" type="datetime''''''''''''' 6''''''''''''''''''m'''''''' ''''''''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6m </a:t>
            </a:fld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31947CF-D058-5660-DA17-351929CBC425}"/>
              </a:ext>
            </a:extLst>
          </p:cNvPr>
          <p:cNvSpPr>
            <a:spLocks/>
          </p:cNvSpPr>
          <p:nvPr>
            <p:custDataLst>
              <p:tags r:id="rId49"/>
            </p:custDataLst>
          </p:nvPr>
        </p:nvSpPr>
        <p:spPr bwMode="auto">
          <a:xfrm>
            <a:off x="425450" y="5788025"/>
            <a:ext cx="2825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2BC41D8-3157-4015-AE20-9D424E5FD22D}" type="datetime''''''''''''' ''''''''3''''''''''''''''''5''m'''''''' '''''''">
              <a:rPr kumimoji="0" lang="en-US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35m </a:t>
            </a:fld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1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graphicFrame>
        <p:nvGraphicFramePr>
          <p:cNvPr id="58" name="Chart 57">
            <a:extLst>
              <a:ext uri="{FF2B5EF4-FFF2-40B4-BE49-F238E27FC236}">
                <a16:creationId xmlns:a16="http://schemas.microsoft.com/office/drawing/2014/main" id="{6974632B-537B-9975-8E22-4B3CF8F4FB8B}"/>
              </a:ext>
            </a:extLst>
          </p:cNvPr>
          <p:cNvGraphicFramePr/>
          <p:nvPr>
            <p:custDataLst>
              <p:tags r:id="rId50"/>
            </p:custDataLst>
          </p:nvPr>
        </p:nvGraphicFramePr>
        <p:xfrm>
          <a:off x="2073275" y="5299075"/>
          <a:ext cx="1044575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0"/>
          </a:graphicData>
        </a:graphic>
      </p:graphicFrame>
      <p:sp>
        <p:nvSpPr>
          <p:cNvPr id="466" name="Text Placeholder 2">
            <a:extLst>
              <a:ext uri="{FF2B5EF4-FFF2-40B4-BE49-F238E27FC236}">
                <a16:creationId xmlns:a16="http://schemas.microsoft.com/office/drawing/2014/main" id="{79A4596B-78B9-EC68-27F7-ACBC7A943633}"/>
              </a:ext>
            </a:extLst>
          </p:cNvPr>
          <p:cNvSpPr>
            <a:spLocks/>
          </p:cNvSpPr>
          <p:nvPr>
            <p:custDataLst>
              <p:tags r:id="rId51"/>
            </p:custDataLst>
          </p:nvPr>
        </p:nvSpPr>
        <p:spPr bwMode="auto">
          <a:xfrm>
            <a:off x="2916238" y="5256213"/>
            <a:ext cx="2587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D7CDF68-2A3B-45BD-8D3C-7E7E96CC9C51}" type="datetime''''''''''' ''''''''''''''16''''''''''m'''''''' ''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16m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20</a:t>
            </a:r>
          </a:p>
        </p:txBody>
      </p:sp>
      <p:sp>
        <p:nvSpPr>
          <p:cNvPr id="467" name="Text Placeholder 2">
            <a:extLst>
              <a:ext uri="{FF2B5EF4-FFF2-40B4-BE49-F238E27FC236}">
                <a16:creationId xmlns:a16="http://schemas.microsoft.com/office/drawing/2014/main" id="{3E1371B2-B672-DB99-CA8E-8A7CB5F5A3BF}"/>
              </a:ext>
            </a:extLst>
          </p:cNvPr>
          <p:cNvSpPr>
            <a:spLocks/>
          </p:cNvSpPr>
          <p:nvPr>
            <p:custDataLst>
              <p:tags r:id="rId52"/>
            </p:custDataLst>
          </p:nvPr>
        </p:nvSpPr>
        <p:spPr bwMode="auto">
          <a:xfrm>
            <a:off x="2949575" y="5953125"/>
            <a:ext cx="2587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AE6B367-44D6-4CDD-91ED-F3F2082EA7CE}" type="datetime''''''''''''''' ''''''''''''''''''16''''''m'''''''''''''' 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16m </a:t>
            </a:fld>
            <a:endParaRPr kumimoji="0" lang="en-DE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7</a:t>
            </a:r>
          </a:p>
        </p:txBody>
      </p:sp>
      <p:sp>
        <p:nvSpPr>
          <p:cNvPr id="468" name="Text Placeholder 2">
            <a:extLst>
              <a:ext uri="{FF2B5EF4-FFF2-40B4-BE49-F238E27FC236}">
                <a16:creationId xmlns:a16="http://schemas.microsoft.com/office/drawing/2014/main" id="{F4BE5504-AB3C-A861-D41C-96D71FA23590}"/>
              </a:ext>
            </a:extLst>
          </p:cNvPr>
          <p:cNvSpPr>
            <a:spLocks/>
          </p:cNvSpPr>
          <p:nvPr>
            <p:custDataLst>
              <p:tags r:id="rId53"/>
            </p:custDataLst>
          </p:nvPr>
        </p:nvSpPr>
        <p:spPr bwMode="auto">
          <a:xfrm>
            <a:off x="1895475" y="5626100"/>
            <a:ext cx="28416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ED864B1-A53C-44F8-80C8-19F9B9C84736}" type="datetime''''''''' ''39''''''''''''''''''''''''''''''m'' 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39m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6</a:t>
            </a:r>
          </a:p>
        </p:txBody>
      </p:sp>
      <p:graphicFrame>
        <p:nvGraphicFramePr>
          <p:cNvPr id="60" name="Chart 59">
            <a:extLst>
              <a:ext uri="{FF2B5EF4-FFF2-40B4-BE49-F238E27FC236}">
                <a16:creationId xmlns:a16="http://schemas.microsoft.com/office/drawing/2014/main" id="{37172582-D456-6747-4865-4D3C05F6118C}"/>
              </a:ext>
            </a:extLst>
          </p:cNvPr>
          <p:cNvGraphicFramePr/>
          <p:nvPr>
            <p:custDataLst>
              <p:tags r:id="rId54"/>
            </p:custDataLst>
          </p:nvPr>
        </p:nvGraphicFramePr>
        <p:xfrm>
          <a:off x="3546475" y="5299075"/>
          <a:ext cx="1044575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1"/>
          </a:graphicData>
        </a:graphic>
      </p:graphicFrame>
      <p:sp>
        <p:nvSpPr>
          <p:cNvPr id="474" name="Text Placeholder 2">
            <a:extLst>
              <a:ext uri="{FF2B5EF4-FFF2-40B4-BE49-F238E27FC236}">
                <a16:creationId xmlns:a16="http://schemas.microsoft.com/office/drawing/2014/main" id="{BD710B20-A292-4AB4-F996-B06705536D8E}"/>
              </a:ext>
            </a:extLst>
          </p:cNvPr>
          <p:cNvSpPr>
            <a:spLocks/>
          </p:cNvSpPr>
          <p:nvPr>
            <p:custDataLst>
              <p:tags r:id="rId55"/>
            </p:custDataLst>
          </p:nvPr>
        </p:nvSpPr>
        <p:spPr bwMode="auto">
          <a:xfrm>
            <a:off x="3381375" y="5629275"/>
            <a:ext cx="2698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005663D-454B-4F71-A0B5-7FFABF6F4AF3}" type="datetime' ''''''''''''7''''''2''''''''''''''''''''''''m'''''' 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72m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31</a:t>
            </a:r>
          </a:p>
        </p:txBody>
      </p:sp>
      <p:sp>
        <p:nvSpPr>
          <p:cNvPr id="475" name="Text Placeholder 2">
            <a:extLst>
              <a:ext uri="{FF2B5EF4-FFF2-40B4-BE49-F238E27FC236}">
                <a16:creationId xmlns:a16="http://schemas.microsoft.com/office/drawing/2014/main" id="{DD440F6A-AE1E-FE4C-F3F0-397D56438498}"/>
              </a:ext>
            </a:extLst>
          </p:cNvPr>
          <p:cNvSpPr>
            <a:spLocks/>
          </p:cNvSpPr>
          <p:nvPr>
            <p:custDataLst>
              <p:tags r:id="rId56"/>
            </p:custDataLst>
          </p:nvPr>
        </p:nvSpPr>
        <p:spPr bwMode="auto">
          <a:xfrm>
            <a:off x="4318000" y="5195888"/>
            <a:ext cx="2809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48A4D01-74CE-46FE-B9C5-52E7A9F93117}" type="datetime''''''' 2''''5''''''''''''''''''''''''''''m'''''' ''''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25m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34</a:t>
            </a:r>
          </a:p>
        </p:txBody>
      </p:sp>
      <p:sp>
        <p:nvSpPr>
          <p:cNvPr id="476" name="Text Placeholder 2">
            <a:extLst>
              <a:ext uri="{FF2B5EF4-FFF2-40B4-BE49-F238E27FC236}">
                <a16:creationId xmlns:a16="http://schemas.microsoft.com/office/drawing/2014/main" id="{9BCDB5B3-433B-F1D6-89CF-11476251B7AF}"/>
              </a:ext>
            </a:extLst>
          </p:cNvPr>
          <p:cNvSpPr>
            <a:spLocks/>
          </p:cNvSpPr>
          <p:nvPr>
            <p:custDataLst>
              <p:tags r:id="rId57"/>
            </p:custDataLst>
          </p:nvPr>
        </p:nvSpPr>
        <p:spPr bwMode="auto">
          <a:xfrm>
            <a:off x="4448175" y="5910263"/>
            <a:ext cx="1809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en-US" sz="8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11m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14</a:t>
            </a: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E046FBE7-FF67-953E-73F7-356EFAFA408A}"/>
              </a:ext>
            </a:extLst>
          </p:cNvPr>
          <p:cNvGraphicFramePr/>
          <p:nvPr>
            <p:custDataLst>
              <p:tags r:id="rId58"/>
            </p:custDataLst>
          </p:nvPr>
        </p:nvGraphicFramePr>
        <p:xfrm>
          <a:off x="5019675" y="5299075"/>
          <a:ext cx="1042988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2"/>
          </a:graphicData>
        </a:graphic>
      </p:graphicFrame>
      <p:sp>
        <p:nvSpPr>
          <p:cNvPr id="64" name="Arc 63">
            <a:extLst>
              <a:ext uri="{FF2B5EF4-FFF2-40B4-BE49-F238E27FC236}">
                <a16:creationId xmlns:a16="http://schemas.microsoft.com/office/drawing/2014/main" id="{0E309740-E562-0474-0C3E-5404A7946598}"/>
              </a:ext>
            </a:extLst>
          </p:cNvPr>
          <p:cNvSpPr/>
          <p:nvPr>
            <p:custDataLst>
              <p:tags r:id="rId59"/>
            </p:custDataLst>
          </p:nvPr>
        </p:nvSpPr>
        <p:spPr bwMode="gray">
          <a:xfrm>
            <a:off x="5173663" y="5381625"/>
            <a:ext cx="733424" cy="733424"/>
          </a:xfrm>
          <a:prstGeom prst="arc">
            <a:avLst>
              <a:gd name="adj1" fmla="val 234"/>
              <a:gd name="adj2" fmla="val 0"/>
            </a:avLst>
          </a:prstGeom>
          <a:noFill/>
          <a:ln w="9525" cap="flat" cmpd="sng" algn="ctr">
            <a:solidFill>
              <a:srgbClr val="B2B2B2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481" name="Text Placeholder 2">
            <a:extLst>
              <a:ext uri="{FF2B5EF4-FFF2-40B4-BE49-F238E27FC236}">
                <a16:creationId xmlns:a16="http://schemas.microsoft.com/office/drawing/2014/main" id="{92D28E39-8B5C-EB38-1FEC-2B5EA1DF5674}"/>
              </a:ext>
            </a:extLst>
          </p:cNvPr>
          <p:cNvSpPr>
            <a:spLocks/>
          </p:cNvSpPr>
          <p:nvPr>
            <p:custDataLst>
              <p:tags r:id="rId60"/>
            </p:custDataLst>
          </p:nvPr>
        </p:nvSpPr>
        <p:spPr bwMode="auto">
          <a:xfrm>
            <a:off x="4832350" y="5684838"/>
            <a:ext cx="2905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E60A928-9C75-4962-8F56-EF38ABDA4173}" type="datetime' ''0''''''''''''''''''''''''''''''''''.''1''''''m '''''">
              <a:rPr kumimoji="0" lang="en-GB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 0.1m </a:t>
            </a:fld>
            <a:endParaRPr kumimoji="0" lang="en-GB" altLang="en-US" sz="8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1</a:t>
            </a:r>
          </a:p>
        </p:txBody>
      </p:sp>
      <p:graphicFrame>
        <p:nvGraphicFramePr>
          <p:cNvPr id="63" name="Chart 62">
            <a:extLst>
              <a:ext uri="{FF2B5EF4-FFF2-40B4-BE49-F238E27FC236}">
                <a16:creationId xmlns:a16="http://schemas.microsoft.com/office/drawing/2014/main" id="{954F3BF5-4172-FD2E-2190-37CA5C05CC6D}"/>
              </a:ext>
            </a:extLst>
          </p:cNvPr>
          <p:cNvGraphicFramePr/>
          <p:nvPr>
            <p:custDataLst>
              <p:tags r:id="rId61"/>
            </p:custDataLst>
          </p:nvPr>
        </p:nvGraphicFramePr>
        <p:xfrm>
          <a:off x="6491288" y="5299075"/>
          <a:ext cx="1044575" cy="89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3"/>
          </a:graphicData>
        </a:graphic>
      </p:graphicFrame>
      <p:sp>
        <p:nvSpPr>
          <p:cNvPr id="62" name="Arc 61">
            <a:extLst>
              <a:ext uri="{FF2B5EF4-FFF2-40B4-BE49-F238E27FC236}">
                <a16:creationId xmlns:a16="http://schemas.microsoft.com/office/drawing/2014/main" id="{CB73DD3E-ECE3-9553-93A0-291BBA7F57D6}"/>
              </a:ext>
            </a:extLst>
          </p:cNvPr>
          <p:cNvSpPr/>
          <p:nvPr>
            <p:custDataLst>
              <p:tags r:id="rId62"/>
            </p:custDataLst>
          </p:nvPr>
        </p:nvSpPr>
        <p:spPr bwMode="gray">
          <a:xfrm>
            <a:off x="6646863" y="5381625"/>
            <a:ext cx="733425" cy="733425"/>
          </a:xfrm>
          <a:prstGeom prst="arc">
            <a:avLst>
              <a:gd name="adj1" fmla="val 234"/>
              <a:gd name="adj2" fmla="val 0"/>
            </a:avLst>
          </a:prstGeom>
          <a:noFill/>
          <a:ln w="9525" cap="flat" cmpd="sng" algn="ctr">
            <a:solidFill>
              <a:srgbClr val="B2B2B2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489" name="Text Placeholder 2">
            <a:extLst>
              <a:ext uri="{FF2B5EF4-FFF2-40B4-BE49-F238E27FC236}">
                <a16:creationId xmlns:a16="http://schemas.microsoft.com/office/drawing/2014/main" id="{DDB7FEC3-61A6-29AE-1B31-B3FBBCC962C4}"/>
              </a:ext>
            </a:extLst>
          </p:cNvPr>
          <p:cNvSpPr>
            <a:spLocks/>
          </p:cNvSpPr>
          <p:nvPr>
            <p:custDataLst>
              <p:tags r:id="rId63"/>
            </p:custDataLst>
          </p:nvPr>
        </p:nvSpPr>
        <p:spPr bwMode="auto">
          <a:xfrm>
            <a:off x="6446838" y="5635625"/>
            <a:ext cx="1492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en-US" sz="800" b="1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1m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t># 3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FDD8665-5EA7-5CE7-3EB5-814752879B1A}"/>
              </a:ext>
            </a:extLst>
          </p:cNvPr>
          <p:cNvCxnSpPr/>
          <p:nvPr>
            <p:custDataLst>
              <p:tags r:id="rId64"/>
            </p:custDataLst>
          </p:nvPr>
        </p:nvCxnSpPr>
        <p:spPr bwMode="gray">
          <a:xfrm>
            <a:off x="8266113" y="595312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A72AC3C-9757-F784-4695-514FE4A5AF43}"/>
              </a:ext>
            </a:extLst>
          </p:cNvPr>
          <p:cNvCxnSpPr/>
          <p:nvPr>
            <p:custDataLst>
              <p:tags r:id="rId65"/>
            </p:custDataLst>
          </p:nvPr>
        </p:nvCxnSpPr>
        <p:spPr bwMode="gray">
          <a:xfrm>
            <a:off x="8574088" y="5473700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9554AEA-FB1B-0EB6-D0D8-223C2DD1F74A}"/>
              </a:ext>
            </a:extLst>
          </p:cNvPr>
          <p:cNvCxnSpPr/>
          <p:nvPr>
            <p:custDataLst>
              <p:tags r:id="rId66"/>
            </p:custDataLst>
          </p:nvPr>
        </p:nvCxnSpPr>
        <p:spPr bwMode="gray">
          <a:xfrm>
            <a:off x="8882063" y="5130800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888D311-1B39-9AF7-4C49-50AA0517468B}"/>
              </a:ext>
            </a:extLst>
          </p:cNvPr>
          <p:cNvCxnSpPr/>
          <p:nvPr>
            <p:custDataLst>
              <p:tags r:id="rId67"/>
            </p:custDataLst>
          </p:nvPr>
        </p:nvCxnSpPr>
        <p:spPr bwMode="gray">
          <a:xfrm>
            <a:off x="9190038" y="5129213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C3F50FF-7E51-38E4-EC10-E4AFE93D0ECE}"/>
              </a:ext>
            </a:extLst>
          </p:cNvPr>
          <p:cNvCxnSpPr/>
          <p:nvPr>
            <p:custDataLst>
              <p:tags r:id="rId68"/>
            </p:custDataLst>
          </p:nvPr>
        </p:nvCxnSpPr>
        <p:spPr bwMode="gray">
          <a:xfrm>
            <a:off x="9498013" y="511492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0" name="Rectangle 259">
            <a:extLst>
              <a:ext uri="{FF2B5EF4-FFF2-40B4-BE49-F238E27FC236}">
                <a16:creationId xmlns:a16="http://schemas.microsoft.com/office/drawing/2014/main" id="{CA889FB9-28A3-BDCC-D7BE-B45F77E69728}"/>
              </a:ext>
            </a:extLst>
          </p:cNvPr>
          <p:cNvSpPr/>
          <p:nvPr>
            <p:custDataLst>
              <p:tags r:id="rId69"/>
            </p:custDataLst>
          </p:nvPr>
        </p:nvSpPr>
        <p:spPr bwMode="auto">
          <a:xfrm>
            <a:off x="9018588" y="5129213"/>
            <a:ext cx="171450" cy="1587"/>
          </a:xfrm>
          <a:prstGeom prst="rect">
            <a:avLst/>
          </a:prstGeom>
          <a:solidFill>
            <a:srgbClr val="D6A300"/>
          </a:solidFill>
          <a:ln w="317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graphicFrame>
        <p:nvGraphicFramePr>
          <p:cNvPr id="451" name="Chart 450">
            <a:extLst>
              <a:ext uri="{FF2B5EF4-FFF2-40B4-BE49-F238E27FC236}">
                <a16:creationId xmlns:a16="http://schemas.microsoft.com/office/drawing/2014/main" id="{624B01D0-7CEB-042B-8017-4AB08CAE68D1}"/>
              </a:ext>
            </a:extLst>
          </p:cNvPr>
          <p:cNvGraphicFramePr/>
          <p:nvPr>
            <p:custDataLst>
              <p:tags r:id="rId70"/>
            </p:custDataLst>
          </p:nvPr>
        </p:nvGraphicFramePr>
        <p:xfrm>
          <a:off x="7943850" y="5032375"/>
          <a:ext cx="2012950" cy="1108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4"/>
          </a:graphicData>
        </a:graphic>
      </p:graphicFrame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43277EA6-A12D-110D-30B2-552930D5F723}"/>
              </a:ext>
            </a:extLst>
          </p:cNvPr>
          <p:cNvCxnSpPr/>
          <p:nvPr>
            <p:custDataLst>
              <p:tags r:id="rId71"/>
            </p:custDataLst>
          </p:nvPr>
        </p:nvCxnSpPr>
        <p:spPr bwMode="auto">
          <a:xfrm flipH="1">
            <a:off x="9783763" y="5397500"/>
            <a:ext cx="349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1C398E0B-D69E-AC45-8040-13760AA2D233}"/>
              </a:ext>
            </a:extLst>
          </p:cNvPr>
          <p:cNvCxnSpPr/>
          <p:nvPr>
            <p:custDataLst>
              <p:tags r:id="rId72"/>
            </p:custDataLst>
          </p:nvPr>
        </p:nvCxnSpPr>
        <p:spPr bwMode="auto">
          <a:xfrm flipH="1">
            <a:off x="9783763" y="5743575"/>
            <a:ext cx="349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89011FF-A98F-AA02-8269-1BA5ED660F62}"/>
              </a:ext>
            </a:extLst>
          </p:cNvPr>
          <p:cNvCxnSpPr/>
          <p:nvPr>
            <p:custDataLst>
              <p:tags r:id="rId73"/>
            </p:custDataLst>
          </p:nvPr>
        </p:nvCxnSpPr>
        <p:spPr bwMode="auto">
          <a:xfrm flipH="1">
            <a:off x="9783763" y="5932488"/>
            <a:ext cx="349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Text Placeholder 2">
            <a:extLst>
              <a:ext uri="{FF2B5EF4-FFF2-40B4-BE49-F238E27FC236}">
                <a16:creationId xmlns:a16="http://schemas.microsoft.com/office/drawing/2014/main" id="{665E9A01-65A7-9CA4-360C-04CC18A7E897}"/>
              </a:ext>
            </a:extLst>
          </p:cNvPr>
          <p:cNvSpPr>
            <a:spLocks/>
          </p:cNvSpPr>
          <p:nvPr>
            <p:custDataLst>
              <p:tags r:id="rId74"/>
            </p:custDataLst>
          </p:nvPr>
        </p:nvSpPr>
        <p:spPr bwMode="auto">
          <a:xfrm>
            <a:off x="8110538" y="6088063"/>
            <a:ext cx="139700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7A55BCA-A097-4106-B3F2-B4B0763FC0AC}" type="datetime'''''N''A''''''''''''''''''''''''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NA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BC9B89F8-382D-CD24-566A-0C56FAA397C0}"/>
              </a:ext>
            </a:extLst>
          </p:cNvPr>
          <p:cNvSpPr>
            <a:spLocks/>
          </p:cNvSpPr>
          <p:nvPr>
            <p:custDataLst>
              <p:tags r:id="rId75"/>
            </p:custDataLst>
          </p:nvPr>
        </p:nvSpPr>
        <p:spPr bwMode="auto">
          <a:xfrm>
            <a:off x="8423275" y="6088063"/>
            <a:ext cx="131763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FA19AB1-8158-4941-B3D0-804C33B1E76C}" type="datetime'''''''''''''''''''''E''''''''''''''''''''''''''''''U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EU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2D68B553-CECC-D512-6BA7-F9C991891B4E}"/>
              </a:ext>
            </a:extLst>
          </p:cNvPr>
          <p:cNvSpPr>
            <a:spLocks/>
          </p:cNvSpPr>
          <p:nvPr>
            <p:custDataLst>
              <p:tags r:id="rId76"/>
            </p:custDataLst>
          </p:nvPr>
        </p:nvSpPr>
        <p:spPr bwMode="auto">
          <a:xfrm>
            <a:off x="8643938" y="6088063"/>
            <a:ext cx="304800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30155C6-DEE0-4520-97D5-65B71B696311}" type="datetime'''''''A''''''''S''''''''''''''P''A''''''''''''''''''''C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ASPAC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6147C609-0CD8-51D5-B864-B6F8C47732D8}"/>
              </a:ext>
            </a:extLst>
          </p:cNvPr>
          <p:cNvSpPr>
            <a:spLocks/>
          </p:cNvSpPr>
          <p:nvPr>
            <p:custDataLst>
              <p:tags r:id="rId77"/>
            </p:custDataLst>
          </p:nvPr>
        </p:nvSpPr>
        <p:spPr bwMode="auto">
          <a:xfrm>
            <a:off x="9069388" y="6088063"/>
            <a:ext cx="71438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AFCB549-FD1C-475E-B3C8-397916FC9C54}" type="datetime'''''''''''''''''''''''''''A''''''''''''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A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3129199-92D8-A234-921C-38F3862DF097}"/>
              </a:ext>
            </a:extLst>
          </p:cNvPr>
          <p:cNvSpPr>
            <a:spLocks/>
          </p:cNvSpPr>
          <p:nvPr>
            <p:custDataLst>
              <p:tags r:id="rId78"/>
            </p:custDataLst>
          </p:nvPr>
        </p:nvSpPr>
        <p:spPr bwMode="auto">
          <a:xfrm>
            <a:off x="9258301" y="6088064"/>
            <a:ext cx="307975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53F1168-97B4-4AAC-8318-6C471A4A6D39}" type="datetime'''O''t''''''''''''h''''''e''''''''''r''s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Others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284" name="Text Placeholder 2">
            <a:extLst>
              <a:ext uri="{FF2B5EF4-FFF2-40B4-BE49-F238E27FC236}">
                <a16:creationId xmlns:a16="http://schemas.microsoft.com/office/drawing/2014/main" id="{CF97DDAA-6D8B-616C-3F55-1CA16577466D}"/>
              </a:ext>
            </a:extLst>
          </p:cNvPr>
          <p:cNvSpPr>
            <a:spLocks/>
          </p:cNvSpPr>
          <p:nvPr>
            <p:custDataLst>
              <p:tags r:id="rId79"/>
            </p:custDataLst>
          </p:nvPr>
        </p:nvSpPr>
        <p:spPr bwMode="gray">
          <a:xfrm>
            <a:off x="9818688" y="5349875"/>
            <a:ext cx="173038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AA700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FACB4AE6-C582-4002-8C77-19695CB3E040}" type="datetime'''''''''4''''''m'''''''''''''''''''''''''''''''''''''''''''">
              <a:rPr kumimoji="0" lang="en-US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4m</a:t>
            </a:fld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305" name="Text Placeholder 2">
            <a:extLst>
              <a:ext uri="{FF2B5EF4-FFF2-40B4-BE49-F238E27FC236}">
                <a16:creationId xmlns:a16="http://schemas.microsoft.com/office/drawing/2014/main" id="{0C068EB2-4D49-930D-3222-66F0803ECA97}"/>
              </a:ext>
            </a:extLst>
          </p:cNvPr>
          <p:cNvSpPr>
            <a:spLocks/>
          </p:cNvSpPr>
          <p:nvPr>
            <p:custDataLst>
              <p:tags r:id="rId80"/>
            </p:custDataLst>
          </p:nvPr>
        </p:nvSpPr>
        <p:spPr bwMode="gray">
          <a:xfrm>
            <a:off x="9818687" y="5695950"/>
            <a:ext cx="153988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AA700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187C5757-7BBF-4232-ACF5-13C822A19498}" type="datetime'1''''''''''''''''''''''''''''''''''''''''''''''''m'">
              <a:rPr kumimoji="0" lang="en-US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  <a:sym typeface="bp Sans Light" panose="020B0404010101010104" pitchFamily="34" charset="0"/>
              </a:rPr>
              <a:pPr marL="0" marR="0" lvl="1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1m</a:t>
            </a:fld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93" name="Text Placeholder 2">
            <a:extLst>
              <a:ext uri="{FF2B5EF4-FFF2-40B4-BE49-F238E27FC236}">
                <a16:creationId xmlns:a16="http://schemas.microsoft.com/office/drawing/2014/main" id="{7543FC05-E1DA-B4D9-86E9-E4B93E56BC60}"/>
              </a:ext>
            </a:extLst>
          </p:cNvPr>
          <p:cNvSpPr>
            <a:spLocks/>
          </p:cNvSpPr>
          <p:nvPr>
            <p:custDataLst>
              <p:tags r:id="rId81"/>
            </p:custDataLst>
          </p:nvPr>
        </p:nvSpPr>
        <p:spPr bwMode="gray">
          <a:xfrm>
            <a:off x="9818688" y="5884863"/>
            <a:ext cx="174625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A6119AD9-2630-40D7-865D-D712E9D0CFC5}" type="datetime'''2m'''''''''''''''">
              <a:rPr kumimoji="0" lang="en-US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2m</a:t>
            </a:fld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94" name="Text Placeholder 2">
            <a:extLst>
              <a:ext uri="{FF2B5EF4-FFF2-40B4-BE49-F238E27FC236}">
                <a16:creationId xmlns:a16="http://schemas.microsoft.com/office/drawing/2014/main" id="{7258E7EA-756C-FFA4-31E2-324242ECB878}"/>
              </a:ext>
            </a:extLst>
          </p:cNvPr>
          <p:cNvSpPr>
            <a:spLocks/>
          </p:cNvSpPr>
          <p:nvPr>
            <p:custDataLst>
              <p:tags r:id="rId82"/>
            </p:custDataLst>
          </p:nvPr>
        </p:nvSpPr>
        <p:spPr bwMode="auto">
          <a:xfrm>
            <a:off x="9609138" y="6088064"/>
            <a:ext cx="223838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D0FA69A-4C85-4D49-B4BD-7904B3FFEF18}" type="datetime'''''''T''''''''''ot''''''a''''''''''''''''''l''''''''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Total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95" name="Text Placeholder 2">
            <a:extLst>
              <a:ext uri="{FF2B5EF4-FFF2-40B4-BE49-F238E27FC236}">
                <a16:creationId xmlns:a16="http://schemas.microsoft.com/office/drawing/2014/main" id="{11FB502F-7A63-A681-AF80-9F5DB468DB26}"/>
              </a:ext>
            </a:extLst>
          </p:cNvPr>
          <p:cNvSpPr>
            <a:spLocks/>
          </p:cNvSpPr>
          <p:nvPr>
            <p:custDataLst>
              <p:tags r:id="rId83"/>
            </p:custDataLst>
          </p:nvPr>
        </p:nvSpPr>
        <p:spPr bwMode="gray">
          <a:xfrm>
            <a:off x="8069263" y="5818188"/>
            <a:ext cx="22225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C1690849-92FA-43AA-8536-EABE01A9E077}" type="datetime''''' ''''''''''''''''''''''1''''''''''''m'' ''''''''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 1m 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96" name="Text Placeholder 2">
            <a:extLst>
              <a:ext uri="{FF2B5EF4-FFF2-40B4-BE49-F238E27FC236}">
                <a16:creationId xmlns:a16="http://schemas.microsoft.com/office/drawing/2014/main" id="{C52E649A-9B91-6237-3DB1-5C5D12023E3A}"/>
              </a:ext>
            </a:extLst>
          </p:cNvPr>
          <p:cNvSpPr>
            <a:spLocks/>
          </p:cNvSpPr>
          <p:nvPr>
            <p:custDataLst>
              <p:tags r:id="rId84"/>
            </p:custDataLst>
          </p:nvPr>
        </p:nvSpPr>
        <p:spPr bwMode="gray">
          <a:xfrm>
            <a:off x="8364538" y="5338763"/>
            <a:ext cx="24765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81A15DA5-53C4-4115-B324-E0F9618F8BD3}" type="datetime''' ''''''''''''''''''''''''3''''''''''''''''m'''''''''''' 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 3m 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97" name="Text Placeholder 2">
            <a:extLst>
              <a:ext uri="{FF2B5EF4-FFF2-40B4-BE49-F238E27FC236}">
                <a16:creationId xmlns:a16="http://schemas.microsoft.com/office/drawing/2014/main" id="{F302AED3-5D01-6CCC-568F-A15CBC9E13AA}"/>
              </a:ext>
            </a:extLst>
          </p:cNvPr>
          <p:cNvSpPr>
            <a:spLocks/>
          </p:cNvSpPr>
          <p:nvPr>
            <p:custDataLst>
              <p:tags r:id="rId85"/>
            </p:custDataLst>
          </p:nvPr>
        </p:nvSpPr>
        <p:spPr bwMode="gray">
          <a:xfrm>
            <a:off x="8674100" y="4995863"/>
            <a:ext cx="2460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3FDDF153-A2B2-463F-B953-E5F7CDCD5EEF}" type="datetime''' ''''''''2''''''''''''m'' 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 2m 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0" name="Text Placeholder 2">
            <a:extLst>
              <a:ext uri="{FF2B5EF4-FFF2-40B4-BE49-F238E27FC236}">
                <a16:creationId xmlns:a16="http://schemas.microsoft.com/office/drawing/2014/main" id="{A5B93824-A4C4-FACC-138F-7162C29DFCE3}"/>
              </a:ext>
            </a:extLst>
          </p:cNvPr>
          <p:cNvSpPr>
            <a:spLocks/>
          </p:cNvSpPr>
          <p:nvPr>
            <p:custDataLst>
              <p:tags r:id="rId86"/>
            </p:custDataLst>
          </p:nvPr>
        </p:nvSpPr>
        <p:spPr bwMode="gray">
          <a:xfrm>
            <a:off x="8940800" y="4994275"/>
            <a:ext cx="32702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&lt;0.1m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2" name="Text Placeholder 2">
            <a:extLst>
              <a:ext uri="{FF2B5EF4-FFF2-40B4-BE49-F238E27FC236}">
                <a16:creationId xmlns:a16="http://schemas.microsoft.com/office/drawing/2014/main" id="{AD1CD2AD-81B1-B764-C936-74C1A72DCEEB}"/>
              </a:ext>
            </a:extLst>
          </p:cNvPr>
          <p:cNvSpPr>
            <a:spLocks/>
          </p:cNvSpPr>
          <p:nvPr>
            <p:custDataLst>
              <p:tags r:id="rId87"/>
            </p:custDataLst>
          </p:nvPr>
        </p:nvSpPr>
        <p:spPr bwMode="gray">
          <a:xfrm>
            <a:off x="9280525" y="4979988"/>
            <a:ext cx="26352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0.1m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03" name="Text Placeholder 2">
            <a:extLst>
              <a:ext uri="{FF2B5EF4-FFF2-40B4-BE49-F238E27FC236}">
                <a16:creationId xmlns:a16="http://schemas.microsoft.com/office/drawing/2014/main" id="{4BFE248E-8DD0-A423-753D-238052FD88CB}"/>
              </a:ext>
            </a:extLst>
          </p:cNvPr>
          <p:cNvSpPr>
            <a:spLocks/>
          </p:cNvSpPr>
          <p:nvPr>
            <p:custDataLst>
              <p:tags r:id="rId88"/>
            </p:custDataLst>
          </p:nvPr>
        </p:nvSpPr>
        <p:spPr bwMode="gray">
          <a:xfrm>
            <a:off x="9628188" y="4979988"/>
            <a:ext cx="185738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95DA4131-1830-463B-8D80-F2A484C6B030}" type="datetime'7''''''''''''''''''m''''''''''''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7m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B8A3E721-680D-ACA3-5011-25013BE5388F}"/>
              </a:ext>
            </a:extLst>
          </p:cNvPr>
          <p:cNvCxnSpPr/>
          <p:nvPr>
            <p:custDataLst>
              <p:tags r:id="rId89"/>
            </p:custDataLst>
          </p:nvPr>
        </p:nvCxnSpPr>
        <p:spPr bwMode="gray">
          <a:xfrm>
            <a:off x="8266113" y="3873500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9B3EF7F8-3534-AB43-4A3C-C76ABC7C5EC7}"/>
              </a:ext>
            </a:extLst>
          </p:cNvPr>
          <p:cNvCxnSpPr/>
          <p:nvPr>
            <p:custDataLst>
              <p:tags r:id="rId90"/>
            </p:custDataLst>
          </p:nvPr>
        </p:nvCxnSpPr>
        <p:spPr bwMode="gray">
          <a:xfrm>
            <a:off x="8574088" y="3573463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CA238B36-014B-F558-2D64-BAF6EE532EDC}"/>
              </a:ext>
            </a:extLst>
          </p:cNvPr>
          <p:cNvCxnSpPr/>
          <p:nvPr>
            <p:custDataLst>
              <p:tags r:id="rId91"/>
            </p:custDataLst>
          </p:nvPr>
        </p:nvCxnSpPr>
        <p:spPr bwMode="gray">
          <a:xfrm>
            <a:off x="8882063" y="2824163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0BE74E9-956D-DCBD-6699-0B16109C3D16}"/>
              </a:ext>
            </a:extLst>
          </p:cNvPr>
          <p:cNvCxnSpPr/>
          <p:nvPr>
            <p:custDataLst>
              <p:tags r:id="rId92"/>
            </p:custDataLst>
          </p:nvPr>
        </p:nvCxnSpPr>
        <p:spPr bwMode="gray">
          <a:xfrm>
            <a:off x="9190038" y="2824163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085AB466-6ED8-1D92-4298-F51EAB2F1DCA}"/>
              </a:ext>
            </a:extLst>
          </p:cNvPr>
          <p:cNvCxnSpPr/>
          <p:nvPr>
            <p:custDataLst>
              <p:tags r:id="rId93"/>
            </p:custDataLst>
          </p:nvPr>
        </p:nvCxnSpPr>
        <p:spPr bwMode="gray">
          <a:xfrm>
            <a:off x="9498013" y="2809875"/>
            <a:ext cx="136525" cy="0"/>
          </a:xfrm>
          <a:prstGeom prst="line">
            <a:avLst/>
          </a:prstGeom>
          <a:ln w="3175" cap="flat" cmpd="sng" algn="ctr">
            <a:solidFill>
              <a:srgbClr val="B2B2B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8619D8C-1BEA-3854-BB83-3C029A9BFFC1}"/>
              </a:ext>
            </a:extLst>
          </p:cNvPr>
          <p:cNvSpPr/>
          <p:nvPr>
            <p:custDataLst>
              <p:tags r:id="rId94"/>
            </p:custDataLst>
          </p:nvPr>
        </p:nvSpPr>
        <p:spPr bwMode="auto">
          <a:xfrm>
            <a:off x="9018588" y="2820988"/>
            <a:ext cx="171450" cy="6350"/>
          </a:xfrm>
          <a:prstGeom prst="rect">
            <a:avLst/>
          </a:prstGeom>
          <a:solidFill>
            <a:srgbClr val="D6A300"/>
          </a:solidFill>
          <a:ln w="3175" cmpd="sng" algn="ctr">
            <a:solidFill>
              <a:srgbClr val="B2B2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graphicFrame>
        <p:nvGraphicFramePr>
          <p:cNvPr id="449" name="Chart 448">
            <a:extLst>
              <a:ext uri="{FF2B5EF4-FFF2-40B4-BE49-F238E27FC236}">
                <a16:creationId xmlns:a16="http://schemas.microsoft.com/office/drawing/2014/main" id="{49A33A5A-C0A5-CEB8-8C1D-FEAAAA96AF31}"/>
              </a:ext>
            </a:extLst>
          </p:cNvPr>
          <p:cNvGraphicFramePr/>
          <p:nvPr>
            <p:custDataLst>
              <p:tags r:id="rId95"/>
            </p:custDataLst>
          </p:nvPr>
        </p:nvGraphicFramePr>
        <p:xfrm>
          <a:off x="7943850" y="2727325"/>
          <a:ext cx="2012950" cy="1401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5"/>
          </a:graphicData>
        </a:graphic>
      </p:graphicFrame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21BDEB32-8614-70EC-DD9F-E054FD58ACDC}"/>
              </a:ext>
            </a:extLst>
          </p:cNvPr>
          <p:cNvCxnSpPr/>
          <p:nvPr>
            <p:custDataLst>
              <p:tags r:id="rId96"/>
            </p:custDataLst>
          </p:nvPr>
        </p:nvCxnSpPr>
        <p:spPr bwMode="auto">
          <a:xfrm flipH="1">
            <a:off x="9783763" y="3046413"/>
            <a:ext cx="349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7C992595-400B-CF8C-42F8-D92B20052E5B}"/>
              </a:ext>
            </a:extLst>
          </p:cNvPr>
          <p:cNvCxnSpPr/>
          <p:nvPr>
            <p:custDataLst>
              <p:tags r:id="rId97"/>
            </p:custDataLst>
          </p:nvPr>
        </p:nvCxnSpPr>
        <p:spPr bwMode="auto">
          <a:xfrm flipH="1">
            <a:off x="9783763" y="3403600"/>
            <a:ext cx="349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3900DE2B-E210-B0CF-B3B6-365F4394ACEB}"/>
              </a:ext>
            </a:extLst>
          </p:cNvPr>
          <p:cNvCxnSpPr/>
          <p:nvPr>
            <p:custDataLst>
              <p:tags r:id="rId98"/>
            </p:custDataLst>
          </p:nvPr>
        </p:nvCxnSpPr>
        <p:spPr bwMode="auto">
          <a:xfrm flipH="1">
            <a:off x="9783763" y="3786188"/>
            <a:ext cx="349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Text Placeholder 2">
            <a:extLst>
              <a:ext uri="{FF2B5EF4-FFF2-40B4-BE49-F238E27FC236}">
                <a16:creationId xmlns:a16="http://schemas.microsoft.com/office/drawing/2014/main" id="{2CBB0F8C-1C35-2196-0398-4D694B649C2F}"/>
              </a:ext>
            </a:extLst>
          </p:cNvPr>
          <p:cNvSpPr>
            <a:spLocks/>
          </p:cNvSpPr>
          <p:nvPr>
            <p:custDataLst>
              <p:tags r:id="rId99"/>
            </p:custDataLst>
          </p:nvPr>
        </p:nvSpPr>
        <p:spPr bwMode="auto">
          <a:xfrm>
            <a:off x="8110538" y="4076700"/>
            <a:ext cx="139700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A1CA154-34EC-42D3-AE10-DFF85CA52704}" type="datetime'''''''''N''''''A''''''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NA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F8FEAA18-D05F-BA7B-EB54-2931526A0C95}"/>
              </a:ext>
            </a:extLst>
          </p:cNvPr>
          <p:cNvSpPr>
            <a:spLocks/>
          </p:cNvSpPr>
          <p:nvPr>
            <p:custDataLst>
              <p:tags r:id="rId100"/>
            </p:custDataLst>
          </p:nvPr>
        </p:nvSpPr>
        <p:spPr bwMode="auto">
          <a:xfrm>
            <a:off x="8423275" y="4076700"/>
            <a:ext cx="131763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9573B11-3AEF-4C50-B6D3-91F46115F0D3}" type="datetime'''''''''''''''''''''''''''''''E''''''''''''U''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EU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23" name="Text Placeholder 2">
            <a:extLst>
              <a:ext uri="{FF2B5EF4-FFF2-40B4-BE49-F238E27FC236}">
                <a16:creationId xmlns:a16="http://schemas.microsoft.com/office/drawing/2014/main" id="{A0797686-BE71-E4D8-C6FF-17DBF15E14E9}"/>
              </a:ext>
            </a:extLst>
          </p:cNvPr>
          <p:cNvSpPr>
            <a:spLocks/>
          </p:cNvSpPr>
          <p:nvPr>
            <p:custDataLst>
              <p:tags r:id="rId101"/>
            </p:custDataLst>
          </p:nvPr>
        </p:nvSpPr>
        <p:spPr bwMode="auto">
          <a:xfrm>
            <a:off x="8643938" y="4076700"/>
            <a:ext cx="304800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A55BB8E-F10B-4914-9071-ABAAFA6E341D}" type="datetime'''''A''''''''''''''S''''''''''''''P''''''A''''''''C''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ASPAC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24" name="Text Placeholder 2">
            <a:extLst>
              <a:ext uri="{FF2B5EF4-FFF2-40B4-BE49-F238E27FC236}">
                <a16:creationId xmlns:a16="http://schemas.microsoft.com/office/drawing/2014/main" id="{9E649959-F82B-B965-C845-9145C29F99AF}"/>
              </a:ext>
            </a:extLst>
          </p:cNvPr>
          <p:cNvSpPr>
            <a:spLocks/>
          </p:cNvSpPr>
          <p:nvPr>
            <p:custDataLst>
              <p:tags r:id="rId102"/>
            </p:custDataLst>
          </p:nvPr>
        </p:nvSpPr>
        <p:spPr bwMode="auto">
          <a:xfrm>
            <a:off x="9069388" y="4076700"/>
            <a:ext cx="71438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06BB57A-C1CC-4B4A-86FC-38702636D220}" type="datetime'''''''''''''''''''''''''''''''''''''''''''''''''''''A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A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24901F5-36E3-F24C-3066-C3C719F632EE}"/>
              </a:ext>
            </a:extLst>
          </p:cNvPr>
          <p:cNvSpPr>
            <a:spLocks/>
          </p:cNvSpPr>
          <p:nvPr>
            <p:custDataLst>
              <p:tags r:id="rId103"/>
            </p:custDataLst>
          </p:nvPr>
        </p:nvSpPr>
        <p:spPr bwMode="auto">
          <a:xfrm>
            <a:off x="9258301" y="4076701"/>
            <a:ext cx="307975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3871592-F00D-4998-AE9D-8944F5D344FB}" type="datetime'''''''''''''''''''''''''''''''''O''''''''''th''e''''''rs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Others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74" name="Text Placeholder 2">
            <a:extLst>
              <a:ext uri="{FF2B5EF4-FFF2-40B4-BE49-F238E27FC236}">
                <a16:creationId xmlns:a16="http://schemas.microsoft.com/office/drawing/2014/main" id="{3F886D21-3F83-23AC-D7D4-7FB22F87C32C}"/>
              </a:ext>
            </a:extLst>
          </p:cNvPr>
          <p:cNvSpPr>
            <a:spLocks/>
          </p:cNvSpPr>
          <p:nvPr>
            <p:custDataLst>
              <p:tags r:id="rId104"/>
            </p:custDataLst>
          </p:nvPr>
        </p:nvSpPr>
        <p:spPr bwMode="gray">
          <a:xfrm>
            <a:off x="9818687" y="2998788"/>
            <a:ext cx="177800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4D9AD618-57EF-4555-8EB4-67450E6164F1}" type="datetime'''''''''''''''''''''''''''''''6''''''''''m'">
              <a:rPr kumimoji="0" lang="en-US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004F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6m</a:t>
            </a:fld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004F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D441828E-D6DF-9AD2-55CE-ADFA12297751}"/>
              </a:ext>
            </a:extLst>
          </p:cNvPr>
          <p:cNvSpPr>
            <a:spLocks/>
          </p:cNvSpPr>
          <p:nvPr>
            <p:custDataLst>
              <p:tags r:id="rId105"/>
            </p:custDataLst>
          </p:nvPr>
        </p:nvSpPr>
        <p:spPr bwMode="gray">
          <a:xfrm>
            <a:off x="9818688" y="3355975"/>
            <a:ext cx="176213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3E42F582-4AFA-4C13-B638-982D89A1206E}" type="datetime'''''''''''3''''''''''''''m'''''''''''''''''''''''''''''''">
              <a:rPr kumimoji="0" lang="en-US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6AA7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3m</a:t>
            </a:fld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6AA7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28" name="Text Placeholder 2">
            <a:extLst>
              <a:ext uri="{FF2B5EF4-FFF2-40B4-BE49-F238E27FC236}">
                <a16:creationId xmlns:a16="http://schemas.microsoft.com/office/drawing/2014/main" id="{47781F8D-1276-9C1E-A830-ECC80E7F754D}"/>
              </a:ext>
            </a:extLst>
          </p:cNvPr>
          <p:cNvSpPr>
            <a:spLocks/>
          </p:cNvSpPr>
          <p:nvPr>
            <p:custDataLst>
              <p:tags r:id="rId106"/>
            </p:custDataLst>
          </p:nvPr>
        </p:nvSpPr>
        <p:spPr bwMode="gray">
          <a:xfrm>
            <a:off x="9818689" y="3738563"/>
            <a:ext cx="165100" cy="9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DB52FF8A-2512-4937-A4AC-137469870261}" type="datetime'''''''''''7''''''''''''''''''''''''''m'''''''">
              <a:rPr kumimoji="0" lang="en-US" alt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D6A3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7m</a:t>
            </a:fld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D6A3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75E7C25C-CC00-3FB6-9F87-B00B77D06306}"/>
              </a:ext>
            </a:extLst>
          </p:cNvPr>
          <p:cNvSpPr>
            <a:spLocks/>
          </p:cNvSpPr>
          <p:nvPr>
            <p:custDataLst>
              <p:tags r:id="rId107"/>
            </p:custDataLst>
          </p:nvPr>
        </p:nvSpPr>
        <p:spPr bwMode="auto">
          <a:xfrm>
            <a:off x="9609138" y="4076701"/>
            <a:ext cx="223838" cy="10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64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0FAB575-E608-4DBA-9E24-3FC076A66469}" type="datetime'T''''''''''''''''o''''''''''t''a''''''l'''''''''''''''''''''">
              <a:rPr kumimoji="0" lang="en-GB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Total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72C2ADF7-A12C-C565-8FDB-73558A0D3BAC}"/>
              </a:ext>
            </a:extLst>
          </p:cNvPr>
          <p:cNvSpPr>
            <a:spLocks/>
          </p:cNvSpPr>
          <p:nvPr>
            <p:custDataLst>
              <p:tags r:id="rId108"/>
            </p:custDataLst>
          </p:nvPr>
        </p:nvSpPr>
        <p:spPr bwMode="gray">
          <a:xfrm>
            <a:off x="8083550" y="3738563"/>
            <a:ext cx="1952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818BFA36-F24F-4922-A28B-AA1214EDBD32}" type="datetime'''''''''''''''2''''''''''''''''''''''''''''''''''''''''''''m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2m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31" name="Text Placeholder 2">
            <a:extLst>
              <a:ext uri="{FF2B5EF4-FFF2-40B4-BE49-F238E27FC236}">
                <a16:creationId xmlns:a16="http://schemas.microsoft.com/office/drawing/2014/main" id="{D54A7BC7-137D-E15A-F9C6-5ABBBF2C512D}"/>
              </a:ext>
            </a:extLst>
          </p:cNvPr>
          <p:cNvSpPr>
            <a:spLocks/>
          </p:cNvSpPr>
          <p:nvPr>
            <p:custDataLst>
              <p:tags r:id="rId109"/>
            </p:custDataLst>
          </p:nvPr>
        </p:nvSpPr>
        <p:spPr bwMode="gray">
          <a:xfrm>
            <a:off x="8391525" y="3438525"/>
            <a:ext cx="1936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9C071955-5B71-4098-ABD3-CB34237AC958}" type="datetime'''''''''''''''''4''''''''''''m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4m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32" name="Text Placeholder 2">
            <a:extLst>
              <a:ext uri="{FF2B5EF4-FFF2-40B4-BE49-F238E27FC236}">
                <a16:creationId xmlns:a16="http://schemas.microsoft.com/office/drawing/2014/main" id="{B5604A66-9E84-D6D6-91E8-8ACC089C3996}"/>
              </a:ext>
            </a:extLst>
          </p:cNvPr>
          <p:cNvSpPr>
            <a:spLocks/>
          </p:cNvSpPr>
          <p:nvPr>
            <p:custDataLst>
              <p:tags r:id="rId110"/>
            </p:custDataLst>
          </p:nvPr>
        </p:nvSpPr>
        <p:spPr bwMode="gray">
          <a:xfrm>
            <a:off x="8677275" y="2689225"/>
            <a:ext cx="2397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4EAFC025-4BA2-48EA-8019-0CC9BB25846F}" type="datetime'''''1''''''''0''''''''''''''''''''''''''''''''''m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10m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43" name="Text Placeholder 2">
            <a:extLst>
              <a:ext uri="{FF2B5EF4-FFF2-40B4-BE49-F238E27FC236}">
                <a16:creationId xmlns:a16="http://schemas.microsoft.com/office/drawing/2014/main" id="{E9E2BCBC-4F60-9F30-3BC3-8E0F85964364}"/>
              </a:ext>
            </a:extLst>
          </p:cNvPr>
          <p:cNvSpPr>
            <a:spLocks/>
          </p:cNvSpPr>
          <p:nvPr>
            <p:custDataLst>
              <p:tags r:id="rId111"/>
            </p:custDataLst>
          </p:nvPr>
        </p:nvSpPr>
        <p:spPr bwMode="gray">
          <a:xfrm>
            <a:off x="8940800" y="2689225"/>
            <a:ext cx="32702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&lt;0.1m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45" name="Text Placeholder 2">
            <a:extLst>
              <a:ext uri="{FF2B5EF4-FFF2-40B4-BE49-F238E27FC236}">
                <a16:creationId xmlns:a16="http://schemas.microsoft.com/office/drawing/2014/main" id="{B27ABDE4-B363-EA4C-47B5-6260D785D223}"/>
              </a:ext>
            </a:extLst>
          </p:cNvPr>
          <p:cNvSpPr>
            <a:spLocks/>
          </p:cNvSpPr>
          <p:nvPr>
            <p:custDataLst>
              <p:tags r:id="rId112"/>
            </p:custDataLst>
          </p:nvPr>
        </p:nvSpPr>
        <p:spPr bwMode="gray">
          <a:xfrm>
            <a:off x="9269413" y="2674938"/>
            <a:ext cx="287338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0.2m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46" name="Text Placeholder 2">
            <a:extLst>
              <a:ext uri="{FF2B5EF4-FFF2-40B4-BE49-F238E27FC236}">
                <a16:creationId xmlns:a16="http://schemas.microsoft.com/office/drawing/2014/main" id="{8F19844A-3F0E-4F84-BE76-3ACB282E78D7}"/>
              </a:ext>
            </a:extLst>
          </p:cNvPr>
          <p:cNvSpPr>
            <a:spLocks/>
          </p:cNvSpPr>
          <p:nvPr>
            <p:custDataLst>
              <p:tags r:id="rId113"/>
            </p:custDataLst>
          </p:nvPr>
        </p:nvSpPr>
        <p:spPr bwMode="gray">
          <a:xfrm>
            <a:off x="9602788" y="2674938"/>
            <a:ext cx="23495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0638" tIns="0" rIns="206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Symbol" panose="05050102010706020507" pitchFamily="18" charset="2"/>
              <a:buChar char="-"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100" b="0" i="0" kern="1200" baseline="0">
                <a:solidFill>
                  <a:schemeClr val="tx1"/>
                </a:solidFill>
                <a:latin typeface="bp Sans" panose="020B0504010101010104" pitchFamily="34" charset="77"/>
                <a:ea typeface="bp Sans" panose="020B0504010101010104" pitchFamily="34" charset="77"/>
                <a:cs typeface="bp Sans" panose="020B0504010101010104" pitchFamily="34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EC119B68-F655-46E2-9ABD-D40B138F6253}" type="datetime'''''''''''''''''''''''1''''6''''''''m'''''''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pPr marL="0" marR="0" lvl="1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16m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p Sans Light" panose="020B0404010101010104" pitchFamily="34" charset="0"/>
              <a:ea typeface="bp Sans Light" panose="020B0404010101010104" pitchFamily="34" charset="0"/>
              <a:cs typeface="bp Sans Light" panose="020B0404010101010104" pitchFamily="34" charset="0"/>
              <a:sym typeface="bp Sans Light" panose="020B04040101010101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C0C4D8-1151-7710-68C8-CF757D679888}"/>
              </a:ext>
            </a:extLst>
          </p:cNvPr>
          <p:cNvSpPr/>
          <p:nvPr/>
        </p:nvSpPr>
        <p:spPr>
          <a:xfrm>
            <a:off x="0" y="-3173"/>
            <a:ext cx="12192000" cy="288000"/>
          </a:xfrm>
          <a:prstGeom prst="rect">
            <a:avLst/>
          </a:prstGeom>
          <a:solidFill>
            <a:srgbClr val="004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 Light" panose="020B0404010101010104" pitchFamily="34" charset="0"/>
                <a:ea typeface="bp Sans Light" panose="020B0404010101010104" pitchFamily="34" charset="0"/>
                <a:cs typeface="bp Sans Light" panose="020B0404010101010104" pitchFamily="34" charset="0"/>
              </a:rPr>
              <a:t>2026 Contract Hopper – April 2026 Version</a:t>
            </a:r>
          </a:p>
        </p:txBody>
      </p:sp>
      <p:sp>
        <p:nvSpPr>
          <p:cNvPr id="25" name="Speech Bubble: Rectangle with Corners Rounded 24">
            <a:extLst>
              <a:ext uri="{FF2B5EF4-FFF2-40B4-BE49-F238E27FC236}">
                <a16:creationId xmlns:a16="http://schemas.microsoft.com/office/drawing/2014/main" id="{593F56EA-FB50-4E53-C764-A6E28650DB2A}"/>
              </a:ext>
            </a:extLst>
          </p:cNvPr>
          <p:cNvSpPr/>
          <p:nvPr/>
        </p:nvSpPr>
        <p:spPr>
          <a:xfrm>
            <a:off x="508157" y="2851632"/>
            <a:ext cx="1116000" cy="316800"/>
          </a:xfrm>
          <a:prstGeom prst="wedgeRoundRectCallout">
            <a:avLst>
              <a:gd name="adj1" fmla="val 25062"/>
              <a:gd name="adj2" fmla="val 62990"/>
              <a:gd name="adj3" fmla="val 16667"/>
            </a:avLst>
          </a:prstGeom>
          <a:solidFill>
            <a:srgbClr val="D6A300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Pipeline</a:t>
            </a:r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Apr Total: </a:t>
            </a:r>
            <a: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93m (# 65)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Mar </a:t>
            </a:r>
            <a:r>
              <a:rPr kumimoji="0" lang="en-DE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Total: </a:t>
            </a:r>
            <a:r>
              <a:rPr kumimoji="0" lang="en-GB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86m (# 68)</a:t>
            </a:r>
            <a:endParaRPr kumimoji="0" lang="en-GB" sz="6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28" name="Speech Bubble: Rectangle with Corners Rounded 27">
            <a:extLst>
              <a:ext uri="{FF2B5EF4-FFF2-40B4-BE49-F238E27FC236}">
                <a16:creationId xmlns:a16="http://schemas.microsoft.com/office/drawing/2014/main" id="{4CF5DAB0-E941-354C-04DC-3225C80708AC}"/>
              </a:ext>
            </a:extLst>
          </p:cNvPr>
          <p:cNvSpPr/>
          <p:nvPr/>
        </p:nvSpPr>
        <p:spPr>
          <a:xfrm>
            <a:off x="5795975" y="2506935"/>
            <a:ext cx="1116000" cy="316800"/>
          </a:xfrm>
          <a:prstGeom prst="wedgeRoundRectCallout">
            <a:avLst>
              <a:gd name="adj1" fmla="val 16603"/>
              <a:gd name="adj2" fmla="val 67468"/>
              <a:gd name="adj3" fmla="val 16667"/>
            </a:avLst>
          </a:prstGeom>
          <a:solidFill>
            <a:srgbClr val="004F00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Completed</a:t>
            </a:r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Apr Total</a:t>
            </a:r>
            <a:r>
              <a:rPr kumimoji="0" lang="en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: </a:t>
            </a:r>
            <a:r>
              <a:rPr kumimoji="0" lang="de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86</a:t>
            </a:r>
            <a: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 (# 24)</a:t>
            </a:r>
            <a:b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</a:br>
            <a:r>
              <a:rPr kumimoji="0" lang="en-GB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Mar Total:  34m (# 11)</a:t>
            </a:r>
            <a:endParaRPr kumimoji="0" lang="en-GB" sz="700" b="0" i="1" u="none" strike="noStrike" kern="1200" cap="none" spc="-1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  <p:sp>
        <p:nvSpPr>
          <p:cNvPr id="452" name="Speech Bubble: Rectangle with Corners Rounded 451">
            <a:extLst>
              <a:ext uri="{FF2B5EF4-FFF2-40B4-BE49-F238E27FC236}">
                <a16:creationId xmlns:a16="http://schemas.microsoft.com/office/drawing/2014/main" id="{D63C4C59-0DA3-6F0A-CBCD-3E6615BEFA5A}"/>
              </a:ext>
            </a:extLst>
          </p:cNvPr>
          <p:cNvSpPr/>
          <p:nvPr/>
        </p:nvSpPr>
        <p:spPr>
          <a:xfrm>
            <a:off x="2443975" y="2695005"/>
            <a:ext cx="1116000" cy="316800"/>
          </a:xfrm>
          <a:prstGeom prst="wedgeRoundRectCallout">
            <a:avLst>
              <a:gd name="adj1" fmla="val 23655"/>
              <a:gd name="adj2" fmla="val 68246"/>
              <a:gd name="adj3" fmla="val 16667"/>
            </a:avLst>
          </a:prstGeom>
          <a:solidFill>
            <a:schemeClr val="accent2">
              <a:lumMod val="75000"/>
            </a:schemeClr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In-flight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Apr </a:t>
            </a:r>
            <a:r>
              <a:rPr kumimoji="0" lang="en-DE" sz="700" b="1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Total</a:t>
            </a:r>
            <a:r>
              <a:rPr kumimoji="0" lang="en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: </a:t>
            </a:r>
            <a:r>
              <a:rPr kumimoji="0" lang="de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47</a:t>
            </a:r>
            <a: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 </a:t>
            </a:r>
            <a:r>
              <a:rPr kumimoji="0" lang="en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(</a:t>
            </a:r>
            <a: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43</a:t>
            </a:r>
            <a:r>
              <a:rPr kumimoji="0" lang="en-DE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)</a:t>
            </a:r>
            <a:br>
              <a:rPr kumimoji="0" lang="en-GB" sz="700" b="0" i="0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</a:br>
            <a:r>
              <a:rPr kumimoji="0" lang="en-GB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Mar Total: 49m </a:t>
            </a:r>
            <a:r>
              <a:rPr kumimoji="0" lang="en-DE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(</a:t>
            </a:r>
            <a:r>
              <a:rPr kumimoji="0" lang="en-GB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# 40</a:t>
            </a:r>
            <a:r>
              <a:rPr kumimoji="0" lang="en-DE" sz="600" b="0" i="1" u="none" strike="noStrike" kern="120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p sans"/>
                <a:ea typeface="+mn-ea"/>
                <a:cs typeface="+mn-cs"/>
              </a:rPr>
              <a:t>)</a:t>
            </a:r>
            <a:endParaRPr kumimoji="0" lang="en-GB" sz="600" b="0" i="1" u="none" strike="noStrike" kern="1200" cap="none" spc="-1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p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9716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3116ED6-AA37-FA69-83C6-B2668EAE141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12" imgH="511" progId="TCLayout.ActiveDocument.1">
                  <p:embed/>
                </p:oleObj>
              </mc:Choice>
              <mc:Fallback>
                <p:oleObj name="think-cell Slide" r:id="rId3" imgW="512" imgH="511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116ED6-AA37-FA69-83C6-B2668EAE14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4578DD7-1F8E-44F9-84B7-9DA1FD1F9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307" y="719421"/>
            <a:ext cx="7185343" cy="2682240"/>
          </a:xfrm>
        </p:spPr>
        <p:txBody>
          <a:bodyPr vert="horz"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252860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2XFRAOpbDwczJ7UY3Pl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oEervolB3RbTf8C1UDZP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qDHji6KeWMTGEsQa0Kag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Wnd_IBupKaqf9.5rfZ5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fKhHH85gjPZOPQa.k57n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3rOTjQ7KdEogvVQ9U_Jw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LZ8qli6yd3s8EAv2G7X1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YCNsyGtp2S_1ByTo8MD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6Hu3jViB662mberOBAPA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ELoM.hs_Ru0_Mli_Zv2q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Kx7iguGulPCSaBSJUw3w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5ylYqYSc6R5rXpqggrZ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ONGQLn8hEQ7xMBhZLPsc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Q_wif08rPUPZTTijHZA4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IaUwm_JE_DULrSEUz1L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lyQu_V5dCtSZb4n7XLL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RRWsYjNUCDokHX3BTGtP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ezbRe9GC.Uz724RqI_3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bE.eNpCjfUaLxUvRrbtO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Jp91fpVXBjWaMZJDcT0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TADk3OhbOTcNBWpyzKM4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c6Mlx4sJZhee3gDojno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hVg_9m_6weAx0LhslAac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Ii9rBRF9RHuhpSINpvJc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HxqVIacFN.721gMg.tY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C8Pyq9f.JH6HtPiW9Tu3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3otQk0c8T6z5aka7ALV9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7TFZ5dMj.dnFBswmSe3A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3EetiXWpecT37paZKGPW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con6bG_zDHY3vbuV33l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_8oeXenCfCmLvzkh0hSS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wjkVM8WxQkPB3ms5I9SO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4VPEFLn1u1K3TRJormDI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kj8Kc6UT9lObMH1JbBu_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UnQjHzG2xDB6.Wi1Ac77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Kg_jyQQsoIRml1Ox3Fwl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mAbqdZinmbTJAyav4ZfC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JwyAcE21lqoPfCZogG1P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dTvDitRJkRFxLikXULjj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7Nzm_SDoa7GI8aUwnCVt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2a9WgiSSJO33O8QWc712A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Syz4rccXdHY_qPiMKjV7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o78_hOzSN0GNBE7FEgVS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bUGu4DfojtbrP_sOd_3H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SIx3kREQGnPnWdsqciu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vUCvHSKMTnYpdZ_sChViQ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6nl9uh38vhstYHlkuLzL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EyPWbKprayakktcyfx6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D7lWExAYxcHZ.9qdsWeo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Mqin2CL.IqJDcqUR6HM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3trZqZDjOCyUkI3uR.RnA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X5O2mKXJhhRwm2TRG.Rs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wJLJp02acXgW5p8atiaS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iIk0dBWbMzpZA12X4ID5w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JEIULCeRBDI9h0vF_Vu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oZ1CAsZhLkWMO4EQ9tqEA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i7eEke7cqxzslTETn77P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03u_IxLwkhSUQi3.Cpq9Q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vzIBAdias2FacG4q2nge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FipKU7Ws58AaAgvXbIcl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FsKzYk1SwJXNChr5NWeBw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Vg_CwdyQH.gF_P354d2E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z2BCivTB.EaZb_hMQJq8Q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icxFe.893ZYbNpQg9aGf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C_r5yoM0Sj9YtbSrBHmP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4uDIwvIrqb913kBRAngC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ylyzdoA.XQFijdTZ.Gem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oyIzNnGzUEjq942nlqFD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3SVeH_aSE4408vnSorgu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HnDD750L7h4fJm9t.ZZ3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HTvPqqZI_455F1xo43Uq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5hGVb8YZcwXFZRRRFVm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zjt3irAdcT6V4gbqgCcQ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Kvc3gnPpQLosIiwmt3dg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.RL7B5znjINznPDKQHbQ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WhteWY3.iLuMCXbb0WihQ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LNIE3cBVYRipqklLRqn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Ms4QXRWto2vBU2sqwlJr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Ml2wOcVanzLhj6B5Mo4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g8i0cCPVZtvSmYB63159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2PUvaufo4p3xg1UNICZ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jcMZu42JOi_PetWIy4N5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J.s2XD7i9Ujh3ClBaRiuw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PTkdWN_CAlo.XjEiCigZ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6PKvlAku49m_8kJcM0dJ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O42L.7RRGb0YuGP0MRVC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D8l05JfjZEyrltWYU8_vw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hZArcSiG1XyFON0c_CiQ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1iHdPBRuFbX.OKp1BZAyg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3Q.RKkjMlzGE4du1oTyKQ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4q37Ebq4iuNjmNzQ0SCf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l9Nzkb2ziqljbdrzEMrT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lD7kV5zqOFOFQYHM54uy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3Svk1qm8c6e68As5RPse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dWeTdB57wwhXhtcEHuNFA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CD.tGgDwsXwvOe2Uh0H8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qvUHP5VD6.VIPG4I01QF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DiRSkTlNHN19eHlKItlZQ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mCcEGL8LhZ9eTUwBuQp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UfIqEGcj9eG6Ef6tF0To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lj9Kq0div.VylrT.703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RYUPE3p4KwAeD5e_ltoXA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C6WDH5BD56xjL.PWnjxQ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PUEQmPfzUlsR.9y0WF5A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GN.xXPxMwL48jAskU0B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MLbPdGquRfqYEt2jWAIYA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6hYu1jj5JtN9SHFLpCi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paJHErnUmuundnG0hOOsw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_.h4IdbOV0plyyqwKIWQ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LVtE_Ac9yZYOHwB10pw7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dOQC0uWWZmX6ezuEimdt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2XFRAOpbDwczJ7UY3Pl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2XFRAOpbDwczJ7UY3Plg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oEervolB3RbTf8C1UDZPg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qDHji6KeWMTGEsQa0KagQ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Wnd_IBupKaqf9.5rfZ5Q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fKhHH85gjPZOPQa.k57nw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3rOTjQ7KdEogvVQ9U_JwA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LZ8qli6yd3s8EAv2G7X1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YCNsyGtp2S_1ByTo8MDQ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6Hu3jViB662mberOBAPA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ELoM.hs_Ru0_Mli_Zv2qQ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Kx7iguGulPCSaBSJUw3ww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5ylYqYSc6R5rXpqggrZw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ONGQLn8hEQ7xMBhZLPscw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Q_wif08rPUPZTTijHZA4Q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IaUwm_JE_DULrSEUz1L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lyQu_V5dCtSZb4n7XLLg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RRWsYjNUCDokHX3BTGtPg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ezbRe9GC.Uz724RqI_3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bE.eNpCjfUaLxUvRrbtOg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Jp91fpVXBjWaMZJDcT0g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TADk3OhbOTcNBWpyzKM4w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c6Mlx4sJZhee3gDojnoA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hVg_9m_6weAx0LhslAacw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Ii9rBRF9RHuhpSINpvJcw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HxqVIacFN.721gMg.tYg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C8Pyq9f.JH6HtPiW9Tu3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3otQk0c8T6z5aka7ALV9g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7TFZ5dMj.dnFBswmSe3AA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3EetiXWpecT37paZKGPW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con6bG_zDHY3vbuV33lQ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_8oeXenCfCmLvzkh0hSSA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wjkVM8WxQkPB3ms5I9SOg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4VPEFLn1u1K3TRJormDIg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kj8Kc6UT9lObMH1JbBu_g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hkHenno6wbleFdbRBkpEg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Kg_jyQQsoIRml1Ox3FwlQ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mAbqdZinmbTJAyav4ZfCw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JwyAcE21lqoPfCZogG1PA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dTvDitRJkRFxLikXULjjg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7Nzm_SDoa7GI8aUwnCVtQ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2a9WgiSSJO33O8QWc712A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Syz4rccXdHY_qPiMKjV7w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o78_hOzSN0GNBE7FEgVSg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bUGu4DfojtbrP_sOd_3Hg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SIx3kREQGnPnWdsqciug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vUCvHSKMTnYpdZ_sChViQ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6nl9uh38vhstYHlkuLzLA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EyPWbKprayakktcyfx6w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D7lWExAYxcHZ.9qdsWeoQ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Mqin2CL.IqJDcqUR6HMQ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3trZqZDjOCyUkI3uR.Rn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oZ1CAsZhLkWMO4EQ9tqEA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i7eEke7cqxzslTETn77Pg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03u_IxLwkhSUQi3.Cpq9Q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FipKU7Ws58AaAgvXbIclw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FsKzYk1SwJXNChr5NWeBw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Vg_CwdyQH.gF_P354d2E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hJTMrcBsH2dqw03r93G1A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icxFe.893ZYbNpQg9aGfg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C_r5yoM0Sj9YtbSrBHmPg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4uDIwvIrqb913kBRAngCw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ylyzdoA.XQFijdTZ.Gemg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oyIzNnGzUEjq942nlqFDQ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3SVeH_aSE4408vnSorgug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HnDD750L7h4fJm9t.ZZ3g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HTvPqqZI_455F1xo43Uqw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5hGVb8YZcwXFZRRRFVmQ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zjt3irAdcT6V4gbqgCcQ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Kvc3gnPpQLosIiwmt3dg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.RL7B5znjINznPDKQHbQ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WhteWY3.iLuMCXbb0WihQ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LNIE3cBVYRipqklLRqnw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Ms4QXRWto2vBU2sqwlJrA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Ml2wOcVanzLhj6B5Mo4g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g8i0cCPVZtvSmYB63159Q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2PUvaufo4p3xg1UNICZg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jcMZu42JOi_PetWIy4N5A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J.s2XD7i9Ujh3ClBaRiuw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PTkdWN_CAlo.XjEiCigZg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6PKvlAku49m_8kJcM0dJg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FSk0xg5vDrPqe7FTHymGg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D8l05JfjZEyrltWYU8_vw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b1ZEccTZc6JclSftl_vA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43n1IxzsjLpui6EasOiA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K9rNG8R1rX73MSPWIDDbw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Pw6PynkIIdMReHrEtPoUw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Wj2Fpu.6FN.uwYsNCwfbQ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lD7kV5zqOFOFQYHM54uyw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QMrBUnxO4f.HEmV1kCbug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Wy8RZaUlQETJxT8OSElRg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_bm.G0Mf6v1ao6qWPKsVQ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qvUHP5VD6.VIPG4I01QFg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DiRSkTlNHN19eHlKItlZQ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mCcEGL8LhZ9eTUwBuQpg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UfIqEGcj9eG6Ef6tF0ToQ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lj9Kq0div.VylrT.703A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pgukHHJP3r3f.SEBlppQ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fSlgXtaYfUZAQPCTbBu7Q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QsTVWuFxVq1yfrPNL4Eg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GN.xXPxMwL48jAskU0BA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_qUmsccRLq5AvgeGyTXA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qxDhmJJKF96SkBhh57HQ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8GScHOAAVzUG14AS6X_QQ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6abEVAyLQpr7eoyHRegw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cdiqlV5ifW3BF.bZAaimA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dOQC0uWWZmX6ezuEimdtg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gg3kA7hgvtE9R2GDIpyA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SyXNJCzYT8tBM1qopaXQ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Kmt6iMiwJ2XKhNF6cidg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gcpjS0wT2LJg0Bgzs.Yrw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2XFRAOpbDwczJ7UY3Plg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oEervolB3RbTf8C1UDZPg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qDHji6KeWMTGEsQa0KagQ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Wnd_IBupKaqf9.5rfZ5Q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fKhHH85gjPZOPQa.k57nw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3rOTjQ7KdEogvVQ9U_JwA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LZ8qli6yd3s8EAv2G7X1g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YCNsyGtp2S_1ByTo8MDQ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6Hu3jViB662mberOBAPAg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ELoM.hs_Ru0_Mli_Zv2qQ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5l7EK9Ip61KXx.M_iK.bg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TohPwYcvZ8rfq_TBWJ3iw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Kx7iguGulPCSaBSJUw3ww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5ylYqYSc6R5rXpqggrZw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ONGQLn8hEQ7xMBhZLPscw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Q_wif08rPUPZTTijHZA4Q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IaUwm_JE_DULrSEUz1LQ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lyQu_V5dCtSZb4n7XLLg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RRWsYjNUCDokHX3BTGtPg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ezbRe9GC.Uz724RqI_3g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bE.eNpCjfUaLxUvRrbtOg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Jp91fpVXBjWaMZJDcT0g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TADk3OhbOTcNBWpyzKM4w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c6Mlx4sJZhee3gDojnoA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hVg_9m_6weAx0LhslAacw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Ii9rBRF9RHuhpSINpvJcw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HxqVIacFN.721gMg.tYg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C8Pyq9f.JH6HtPiW9Tu3w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3otQk0c8T6z5aka7ALV9g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7TFZ5dMj.dnFBswmSe3AA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3EetiXWpecT37paZKGPWA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con6bG_zDHY3vbuV33lQ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_8oeXenCfCmLvzkh0hSSA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wjkVM8WxQkPB3ms5I9SOg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4VPEFLn1u1K3TRJormDIg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kj8Kc6UT9lObMH1JbBu_g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hkHenno6wbleFdbRBkpEg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Kg_jyQQsoIRml1Ox3FwlQ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mAbqdZinmbTJAyav4ZfCw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JwyAcE21lqoPfCZogG1PA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dTvDitRJkRFxLikXULjjg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7Nzm_SDoa7GI8aUwnCVtQ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2a9WgiSSJO33O8QWc712A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Syz4rccXdHY_qPiMKjV7w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o78_hOzSN0GNBE7FEgVSg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bUGu4DfojtbrP_sOd_3Hg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SIx3kREQGnPnWdsqciug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vUCvHSKMTnYpdZ_sChViQ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6nl9uh38vhstYHlkuLzLA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EyPWbKprayakktcyfx6w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D7lWExAYxcHZ.9qdsWeoQ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Mqin2CL.IqJDcqUR6HMQ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oZ1CAsZhLkWMO4EQ9tqEA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y69r5JS8iK6pWijzQhWUg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03u_IxLwkhSUQi3.Cpq9Q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FipKU7Ws58AaAgvXbIclw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FsKzYk1SwJXNChr5NWeBw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Vg_CwdyQH.gF_P354d2EA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icxFe.893ZYbNpQg9aGfg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C_r5yoM0Sj9YtbSrBHmPg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4uDIwvIrqb913kBRAngCw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ylyzdoA.XQFijdTZ.Gemg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oyIzNnGzUEjq942nlqFDQ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6.2Y9Yp0Y0wUEHFiH5PLg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LRDG9sqVAi856mVpyt.Yw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3SVeH_aSE4408vnSorgug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HnDD750L7h4fJm9t.ZZ3g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HTvPqqZI_455F1xo43Uqw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5hGVb8YZcwXFZRRRFVmQ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zjt3irAdcT6V4gbqgCcQ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Kvc3gnPpQLosIiwmt3dgg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.RL7B5znjINznPDKQHbQ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WhteWY3.iLuMCXbb0WihQ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LNIE3cBVYRipqklLRqnw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Ms4QXRWto2vBU2sqwlJrA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Ml2wOcVanzLhj6B5Mo4g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g8i0cCPVZtvSmYB63159Q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2PUvaufo4p3xg1UNICZg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ToP9tI.59BTQighR24IFw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88cDYJoFQEjKEHWjte9g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vV7_G0ZmDn0t__nw69Ug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0RzvxjtZ4dlb6oQaiVFw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7tuAxkZW4_baVvedStZvw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mwEp1f_OBbb9AMW3DKhw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b1ZEccTZc6JclSftl_vA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43n1IxzsjLpui6EasOiA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K9rNG8R1rX73MSPWIDDbw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Pw6PynkIIdMReHrEtPoUw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Wj2Fpu.6FN.uwYsNCwfbQ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IzCwMszYK0BjDBiY0NmA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lM2jAN302YPiC.5ykFSQ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lD7kV5zqOFOFQYHM54uyw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QMrBUnxO4f.HEmV1kCbug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Wy8RZaUlQETJxT8OSElRg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_bm.G0Mf6v1ao6qWPKsVQ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qvUHP5VD6.VIPG4I01QFg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DiRSkTlNHN19eHlKItlZQ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mCcEGL8LhZ9eTUwBuQpg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UfIqEGcj9eG6Ef6tF0ToQ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lj9Kq0div.VylrT.703A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pgukHHJP3r3f.SEBlppQ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fSlgXtaYfUZAQPCTbBu7Q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QsTVWuFxVq1yfrPNL4Eg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GN.xXPxMwL48jAskU0BA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56uhZbz0YkR8hspJU1hg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4iqUI9ZHyGH5sgCnY57Kw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SuQkd7ewXwCE0N5vnpLfg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3FpEuZ13ZSe6YxlhguzXA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ini9LbTPG6VpDhoIMwQ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SZRxFT29SXMs_tqCRQA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gg3kA7hgvtE9R2GDIpyA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E0CWRzGaN7qci9sc8bA2w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SyXNJCzYT8tBM1qopaXQ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2XFRAOpbDwczJ7UY3Plg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oEervolB3RbTf8C1UDZPg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qDHji6KeWMTGEsQa0KagQ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Wnd_IBupKaqf9.5rfZ5Q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fKhHH85gjPZOPQa.k57nw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3rOTjQ7KdEogvVQ9U_JwA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LZ8qli6yd3s8EAv2G7X1g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YCNsyGtp2S_1ByTo8MDQ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6Hu3jViB662mberOBAPAg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ELoM.hs_Ru0_Mli_Zv2qQ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TohPwYcvZ8rfq_TBWJ3iw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Kx7iguGulPCSaBSJUw3ww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5ylYqYSc6R5rXpqggrZw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ONGQLn8hEQ7xMBhZLPscw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Q_wif08rPUPZTTijHZA4Q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IaUwm_JE_DULrSEUz1LQ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lyQu_V5dCtSZb4n7XLLg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RRWsYjNUCDokHX3BTGtPg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ezbRe9GC.Uz724RqI_3g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bE.eNpCjfUaLxUvRrbtOg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Jp91fpVXBjWaMZJDcT0g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TADk3OhbOTcNBWpyzKM4w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c6Mlx4sJZhee3gDojnoA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hVg_9m_6weAx0LhslAacw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Ii9rBRF9RHuhpSINpvJcw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HxqVIacFN.721gMg.tYg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C8Pyq9f.JH6HtPiW9Tu3w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3otQk0c8T6z5aka7ALV9g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7TFZ5dMj.dnFBswmSe3AA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3EetiXWpecT37paZKGPWA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con6bG_zDHY3vbuV33lQ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_8oeXenCfCmLvzkh0hSSA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wjkVM8WxQkPB3ms5I9SOg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4VPEFLn1u1K3TRJormDIg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kj8Kc6UT9lObMH1JbBu_g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hkHenno6wbleFdbRBkpEg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Kg_jyQQsoIRml1Ox3FwlQ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mAbqdZinmbTJAyav4ZfCw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JwyAcE21lqoPfCZogG1PA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dTvDitRJkRFxLikXULjjg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7Nzm_SDoa7GI8aUwnCVtQ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2a9WgiSSJO33O8QWc712A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Syz4rccXdHY_qPiMKjV7w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o78_hOzSN0GNBE7FEgVSg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bUGu4DfojtbrP_sOd_3Hg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SIx3kREQGnPnWdsqciug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vUCvHSKMTnYpdZ_sChViQ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6nl9uh38vhstYHlkuLzLA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EyPWbKprayakktcyfx6w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0R_O2mvI.QwYcb1RYP.gw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0p20WbvSb4KFIELBNMSyA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D7lWExAYxcHZ.9qdsWeoQ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Mqin2CL.IqJDcqUR6HMQ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7rrMdnPAj2fMQ4krk0hmA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oZ1CAsZhLkWMO4EQ9tqEA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JnRtKj7GTezWOMFhSF_hg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eSbW7V3LHtceYYUKsx6Q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FipKU7Ws58AaAgvXbIclw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FsKzYk1SwJXNChr5NWeBw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Vg_CwdyQH.gF_P354d2EA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icxFe.893ZYbNpQg9aGfg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C_r5yoM0Sj9YtbSrBHmPg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4uDIwvIrqb913kBRAngCw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ylyzdoA.XQFijdTZ.Gemg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oyIzNnGzUEjq942nlqFDQ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3SVeH_aSE4408vnSorgug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0PP1jfiTq44YDjhZazWA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1wdsVKmae0esDN9IyYx4w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VGvl0QyV12pQnOpKRB1kA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zjt3irAdcT6V4gbqgCcQ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Kvc3gnPpQLosIiwmt3dgg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.RL7B5znjINznPDKQHbQ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WhteWY3.iLuMCXbb0WihQ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LNIE3cBVYRipqklLRqnw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0qV0CUqlEwUMWMP.iA6g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plUhWvo5Q3XKWHqCgR4aA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ikd1uhWLtyJzxKRaZumg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2PUvaufo4p3xg1UNICZg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cuEnDumgyx0t5TXi9C_UA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Anw2s53cdpleJ1G5Yll5A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8KI6ICnFxuqzii4KFnctw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suXdfMf6kK6INsFESNrDQ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QDXeSWIYZ8JUbnRcUeZw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gal4cWcEAEgY0rkjZSGSA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b1ZEccTZc6JclSftl_vA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43n1IxzsjLpui6EasOiA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K9rNG8R1rX73MSPWIDDbw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Pw6PynkIIdMReHrEtPoUw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Wj2Fpu.6FN.uwYsNCwfbQ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lD7kV5zqOFOFQYHM54uyw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o552HnOgCAAzB0YmlxNEQ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futJhVRyqmt6f2pRA2Weg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65dNhsT5U5DLJxNfxYBQ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qvUHP5VD6.VIPG4I01QFg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DiRSkTlNHN19eHlKItlZQ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mCcEGL8LhZ9eTUwBuQpg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UfIqEGcj9eG6Ef6tF0ToQ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lj9Kq0div.VylrT.703A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wIGZufIokTuyptHadaa.A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qhoZcGzeDrU9u75Nc9zAA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1AxFml14fVff.a3Nvn3XA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GN.xXPxMwL48jAskU0BA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PmgEJf94gz7UbdAnl_lw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rwXWYFFTLh4pVWDFhxTaQ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lGZmfVcIv485B_I7aIvKQ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R5A9d6z.D8CU5W15xKNrA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gDzA18.8CV3eQ2QThw49Q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31BAEHaoVo3qU.U1h4MRQ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gg3kA7hgvtE9R2GDIpyA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SyXNJCzYT8tBM1qopaXQ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DeluxzCh3frpEBhuXhyfA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2XFRAOpbDwczJ7UY3Plg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oEervolB3RbTf8C1UDZPg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qDHji6KeWMTGEsQa0KagQ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Wnd_IBupKaqf9.5rfZ5Q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fKhHH85gjPZOPQa.k57nw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3rOTjQ7KdEogvVQ9U_JwA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LZ8qli6yd3s8EAv2G7X1g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YCNsyGtp2S_1ByTo8MDQ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6Hu3jViB662mberOBAPAg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ELoM.hs_Ru0_Mli_Zv2qQ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tzhs4n_.p5nvMMMxyxoyg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Kx7iguGulPCSaBSJUw3ww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5ylYqYSc6R5rXpqggrZw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ONGQLn8hEQ7xMBhZLPscw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Q_wif08rPUPZTTijHZA4Q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IaUwm_JE_DULrSEUz1LQ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lyQu_V5dCtSZb4n7XLLg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RRWsYjNUCDokHX3BTGtPg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ezbRe9GC.Uz724RqI_3g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bE.eNpCjfUaLxUvRrbtOg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Jp91fpVXBjWaMZJDcT0g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TADk3OhbOTcNBWpyzKM4w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c6Mlx4sJZhee3gDojnoA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hVg_9m_6weAx0LhslAacw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Ii9rBRF9RHuhpSINpvJcw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HxqVIacFN.721gMg.tYg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C8Pyq9f.JH6HtPiW9Tu3w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3otQk0c8T6z5aka7ALV9g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7TFZ5dMj.dnFBswmSe3AA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3EetiXWpecT37paZKGPWA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con6bG_zDHY3vbuV33lQ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_8oeXenCfCmLvzkh0hSSA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wjkVM8WxQkPB3ms5I9SOg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4VPEFLn1u1K3TRJormDIg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kj8Kc6UT9lObMH1JbBu_g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hkHenno6wbleFdbRBkpEg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Kg_jyQQsoIRml1Ox3FwlQ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mAbqdZinmbTJAyav4ZfCw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JwyAcE21lqoPfCZogG1PA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dTvDitRJkRFxLikXULjjg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7Nzm_SDoa7GI8aUwnCVtQ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2a9WgiSSJO33O8QWc712A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Syz4rccXdHY_qPiMKjV7w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o78_hOzSN0GNBE7FEgVSg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bUGu4DfojtbrP_sOd_3Hg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SIx3kREQGnPnWdsqciug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vUCvHSKMTnYpdZ_sChViQ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EyPWbKprayakktcyfx6w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D7lWExAYxcHZ.9qdsWeoQ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Mqin2CL.IqJDcqUR6HMQ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hfcij2Xkx7x318UX3MIwQ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FipKU7Ws58AaAgvXbIclw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8NEjnXqivtTXhwxFc6tPQ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FsKzYk1SwJXNChr5NWeBw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icxFe.893ZYbNpQg9aGfg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C_r5yoM0Sj9YtbSrBHmPg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4uDIwvIrqb913kBRAngCw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ylyzdoA.XQFijdTZ.Gemg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oyIzNnGzUEjq942nlqFDQ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.RCeeeyrS2MxbzF3May0g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3SVeH_aSE4408vnSorgug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w9OZBhJVG5EQnR9woWEg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3vBZSkXUgTmKY41r5EbgA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hxeJyD.7az5X2fnoMnQvg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zjt3irAdcT6V4gbqgCcQ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Kvc3gnPpQLosIiwmt3dgg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.RL7B5znjINznPDKQHbQ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WhteWY3.iLuMCXbb0WihQ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LNIE3cBVYRipqklLRqnw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RMIu7aXJuJBVaLuGMC.A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bw1i28h5Tc7Ut1r8gvAg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QZMQbcz7Q08NSK.JXy1A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2PUvaufo4p3xg1UNICZg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5OCGZpyRxnk1Ubflvkvg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TesprsCOqOZ.OZ0MGuroA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gq9eLHjkeThUDYBsvTyuw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9oPGTILErYMqhd1SWTIQ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NXYsmhtiMPBtrbZPMKLKQ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TbU.2kEhsGayn23OD0tig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b1ZEccTZc6JclSftl_vA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43n1IxzsjLpui6EasOiA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K9rNG8R1rX73MSPWIDDbw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Pw6PynkIIdMReHrEtPoUw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Wj2Fpu.6FN.uwYsNCwfbQ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aLsXbkZ1Oea4909tImQ6A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6_UpAnGTjE_4WdjSTU2QQ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lD7kV5zqOFOFQYHM54uyw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ROAioCovqDbjwyUgsgNjQ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Bm7jloKwY_mEayz5zHIOQ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_bm.G0Mf6v1ao6qWPKsVQ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qvUHP5VD6.VIPG4I01QFg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DiRSkTlNHN19eHlKItlZQ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mCcEGL8LhZ9eTUwBuQpg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UfIqEGcj9eG6Ef6tF0ToQ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lj9Kq0div.VylrT.703A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l2o06aMyw25s.yBMgnwFw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D5N7H_wUMCaFCtDPEBpkw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QsTVWuFxVq1yfrPNL4Eg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GN.xXPxMwL48jAskU0BA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BRDdftlVwEnwkMPIoOxCQ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5zStWGNrGYqsoEZHGm6Zw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41h8FswwV3tEO63iQ23bg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6vOHyy_Aa87hC9P_F3QQ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S5E9JfT_78aQ5Uz5PUBrA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7vYfWLx.TdM_B5MfLnbHw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gg3kA7hgvtE9R2GDIpyA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SyXNJCzYT8tBM1qopaXQ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MVGUiDei5vJiqJIihxpjw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lmBcy_aABPIxakPzkNp.A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2XFRAOpbDwczJ7UY3Plg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oEervolB3RbTf8C1UDZPg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qDHji6KeWMTGEsQa0KagQ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Wnd_IBupKaqf9.5rfZ5Q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fKhHH85gjPZOPQa.k57nw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3rOTjQ7KdEogvVQ9U_JwA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LZ8qli6yd3s8EAv2G7X1g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YCNsyGtp2S_1ByTo8MDQ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6Hu3jViB662mberOBAPAg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ELoM.hs_Ru0_Mli_Zv2qQ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Kx7iguGulPCSaBSJUw3ww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5ylYqYSc6R5rXpqggrZw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ONGQLn8hEQ7xMBhZLPscw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Q_wif08rPUPZTTijHZA4Q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IaUwm_JE_DULrSEUz1LQ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lyQu_V5dCtSZb4n7XLLg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RRWsYjNUCDokHX3BTGtPg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ezbRe9GC.Uz724RqI_3g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bE.eNpCjfUaLxUvRrbtOg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Jp91fpVXBjWaMZJDcT0g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TADk3OhbOTcNBWpyzKM4w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c6Mlx4sJZhee3gDojnoA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hVg_9m_6weAx0LhslAacw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Ii9rBRF9RHuhpSINpvJcw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HxqVIacFN.721gMg.tYg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C8Pyq9f.JH6HtPiW9Tu3w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3otQk0c8T6z5aka7ALV9g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7TFZ5dMj.dnFBswmSe3AA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3EetiXWpecT37paZKGPWA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con6bG_zDHY3vbuV33lQ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_8oeXenCfCmLvzkh0hSSA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wjkVM8WxQkPB3ms5I9SOg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4VPEFLn1u1K3TRJormDIg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wtaM2hmCgNGHRt6fQD9Zw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I8nBkuPTv9m_BdfSRUy6w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ILLZlzGTFAFwrqhkobTVg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mAbqdZinmbTJAyav4ZfCw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STShpnRqWAe5MVT6sfM7g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Pi3uZpJTQiw37QflLOwsg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5oMqjvL.q3Qf7u4QRlp6A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Vk9plyEBY.8YrNR5F2KpQ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eiHxhudxBeNC5vd4QI08g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o78_hOzSN0GNBE7FEgVSg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bj2Qw5lI36.U3ipdO8XCw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Bzdk1X9.8qRMYNew0zVBg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.4GvgDn65gRLqxx3irMpw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v_MWkh2K3RrFaU2WgN8zA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0NNFfeaCInadm6oAIU5vw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p42fvOHiI280cnuhTHvvg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GkLSTIscS5TkuxQSvuwgQ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SQI09ZI8xHax7toZY4Wrg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XayFiAbAkdQb1QIsyVQw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FPBfTVlrv5RDuBhEdtOFw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Ltowi2X4seD86m0VyZ23g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V.rW6agQFKsmYBMMuDUvA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tFzwctSbheLvyyENUTH6w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z9OFY.xnD7mrMRKfYfLPA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pWkOejFsiOhhYqlaHrnRQ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_TsrMJWqgDcokl0L5YX5g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u0TSVOqByoA.v_YgVirQ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5OOyGsrYR.qNyh1jzpbaQ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rLFKQt4KHmmt6hN0xeIQ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5JBEg64mLCXb4wPrGIQSA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Y3T1KsW_kr3r8K9kUq5Ng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P2F8drNB2.QyE0_dxN6Kg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aRsM2NrXuJnGsSaidRZKw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VxRezSsVETitOTmtN5bw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lIEiFmnExDh8uaP1.2Cw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_TRSLmr5Vfr6xeIiqYA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bCQLk6w4ejxREGWMnlNZQ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8j_hpJltOlyB21kLahDg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e6s9_AgL8ZbLsC7en_.gQ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e3m8YWylpPGceX2yk1omA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jVPT7yFfXAUXbdg8btGmQ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286lNiI20uX8gzUh.2ug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UeHVuKaIQ5dH3Qxxn0NaQ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2bChuPWXrWOMNEL5BPP4w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Tz8PrEMijRCzFWtZYgDg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xS3A0MT5bWTvJ1tb_h7Q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ewvc7ltIqcPh3nTY584Xw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psj65tA76aoSjPt6vQgng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tOudhHy.8aWvF1MIbX3Ig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7Zz_4BinIWKWiyrP1D.MA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mVB4noKTvEuPI9MAqdnBg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_fHRIzuYvsiHKN6BzmPnA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RvJYZdYMUC0xUdLdOCvw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jJWCce55ElYoPzFGfd9Q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z9Pi6q3xc7XgDbAaa8xRw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3SKwzC.rollknnrrdOcxQ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gwUg.WUvSJPxKD4i61ljQ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hqcpazNlpmpPsfqM9PeA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.ff1blnxq3lCm2s6aJNBw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yPTKPZn_bZm5Syy8.AJtw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GnYKBBxMHBrYv75GBe7g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Fg4XPtCIYUHhypbDe7kHA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PVx10oqPckPMC3U43RZzA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7Ol0f4.QxrWbq.j4p9MWw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8nZu69OmYnrnXmF3hVhg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pCVUJE4NMZEOI5J9e8cVA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pMCU1jm6063XtGOS6PBqw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mS_rLLE50hy89AwudXsqA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IM1m4.BWpIlfayIyQzbZA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DeU9K3TUWVnCegNvMRRMw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00aBA0G8eusd0wa6JVgg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BZzFnZp9DnYfF5nhTFNIQ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FkaAjcSJDqBewZSJKMjw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oHkNIUrya1H8Gdb0zH7xA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DETF6LWuIT5_LK981DAg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2XFRAOpbDwczJ7UY3Plg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oEervolB3RbTf8C1UDZPg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qDHji6KeWMTGEsQa0KagQ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Wnd_IBupKaqf9.5rfZ5Q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fKhHH85gjPZOPQa.k57nw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3rOTjQ7KdEogvVQ9U_JwA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LZ8qli6yd3s8EAv2G7X1g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YCNsyGtp2S_1ByTo8MDQ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6Hu3jViB662mberOBAPAg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ELoM.hs_Ru0_Mli_Zv2qQ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JXn1i.KfIx7J6_QcxSQQg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Kx7iguGulPCSaBSJUw3ww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5ylYqYSc6R5rXpqggrZw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ONGQLn8hEQ7xMBhZLPscw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Q_wif08rPUPZTTijHZA4Q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IaUwm_JE_DULrSEUz1LQ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lyQu_V5dCtSZb4n7XLLg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RRWsYjNUCDokHX3BTGtPg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ezbRe9GC.Uz724RqI_3g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bE.eNpCjfUaLxUvRrbtOg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Jp91fpVXBjWaMZJDcT0g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TADk3OhbOTcNBWpyzKM4w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c6Mlx4sJZhee3gDojnoA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hVg_9m_6weAx0LhslAacw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Ii9rBRF9RHuhpSINpvJcw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HxqVIacFN.721gMg.tYg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C8Pyq9f.JH6HtPiW9Tu3w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3otQk0c8T6z5aka7ALV9g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7TFZ5dMj.dnFBswmSe3AA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3EetiXWpecT37paZKGPWA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con6bG_zDHY3vbuV33lQ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_8oeXenCfCmLvzkh0hSSA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wjkVM8WxQkPB3ms5I9SOg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4VPEFLn1u1K3TRJormDIg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ITQAfcyM8kZkNTtLpqVgQ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zFRN_1gbsOQa19wPZvbzg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QccCLExsns2sWxB_6x0ig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6BqGeByfhrn136RkglVWg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McI85F3gDydlbz5juVvZg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_6yd7P0_5sye4yTXTmzgQ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QC9PrUequTSrDtIu7c4sw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SlYqXiv0uEg9ReA7NFgaQ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2Qt7dssIqtP33CMZ5PnHA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EqEcVnEFfReRh9SYfIzOw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B7gMQW2TNZU70YFxCQiFQ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qq2HJ.9CBtVJR52gAaloA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OsXO.t7wgpSQXT8HLzIgw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fO_H4ujsXjeDqvqrHLCtw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g4sQvkX3OMvAXZkTyd31g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wyH48zFP5zktmwa44.ctw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Ji0zO7o__UQgVGUsC_1uA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0y1zIWeKndDrUXrgMEp0w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E0dOoQUcCGmTYmLucf1rw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97LPItTittaAVfr9.3AYA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pzWgCXGdSR_ur97.Gfig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wN68aWFLg3azT482LisoQ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dlkw7QSFeJevG5un7MhYA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2bxavHHuZJAO7Yrdoymeg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rgUFiYZrVHGk5z_jgqAJQ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dyBSbBjDgbRMNQh7gTd2A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mCIxg0m8y0FVpyeG4bS9g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0UgDcV4iWzYMOcT8mOiDw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h7y4AoeSVzxt4PIza8g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6Boo29jJ4oTGSt4TmXeQ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z2pZRIIGFbNm7eRAJFyg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LnQAhjUyp_ByOMMlvXvQ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k_eiA9WZZKBl_k8QxLIQ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XYSVPOSzQmT0mRWEilAw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htAsTN_lGDWZ5RMT97syw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04kfT2EsTM1usD9foaTRw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j1UoB6bz3EkMQ4m81wppg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Tr4Rq_4nkuNAKitwVmQQ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k7M0GF..EfJkDNQTbCkKQ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6TnrYj5c_1zSyDzKmP8pg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6mZAZ29WV9KpDoJoTmKow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1lv5SSaZD_LC_X9JCEsvg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s1e8VA7gIAZGtlN8xmiA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4MqT_BT95w87GS2BuKcw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bDcGbIIONQrYSq_Ay_.w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dVmDNOlc6eaa1F3ShBkxA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e5SOoUzW6wNsKfAbshXYw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o3u2AT0BBDF5lHvpczsQ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j1UA_uioWeQMOjByVXEWg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9KGJ9nbMTW1m7TWTFT6tQ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xQpwhO0xgB43NdnAuu_g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dereIl_X8QHlQT4X3Fj6A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fnh2u01vTUOTicvuQ5H_w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qrgyavmLCwBrTnXzRRl3g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ckFI9MA4UW5rmc0RRT2Yw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3ghzX1uQnasgaHrnkS1aw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aQr9e.JM4Vuc8JGoGnUjA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0b2KkyzW3UPa4M2kOsPdw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C3rNzZJHKalE6GrcjMWhA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jX_izByJa7QX1QMVtJzcA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GSMwVsIyzm1wJ41Yo0.g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x.lZMBbGLAgCR9co9v0uA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_zZuPVHUPO3aEYia9iL3g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9ca5EqzpuuAWra.Z8.oA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WnFkhMjEZO0sgEja5_w3w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wLlundFsyTCn6OjgNc7JQ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44fVMV_oVJirbjEFUimLA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iUmjQ77rhSkuEuErqjfnQ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VX5nfRzt8Oc29vrPEsC1Q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O1XHvvU1UKm2YLFX9RBQ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ugrSBvKqSudFocUe4IlA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VYJzpxvrCkuAAi4EzY15w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cpRCMpTIJUHXGTbEdDjVg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tb9BX_dSW3T__QLDPhv0g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q4s6HrCkAj8f01nG.BM3Q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_wAlqczpppohN7J.j7BA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.t6k0b4EHTz64gFPgUdUQ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36Sdt3yk7tCelRUgNTISg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bp Master (Edited)">
  <a:themeElements>
    <a:clrScheme name="bp Primary Colours">
      <a:dk1>
        <a:srgbClr val="000000"/>
      </a:dk1>
      <a:lt1>
        <a:srgbClr val="FFFFFF"/>
      </a:lt1>
      <a:dk2>
        <a:srgbClr val="003600"/>
      </a:dk2>
      <a:lt2>
        <a:srgbClr val="F7F8F0"/>
      </a:lt2>
      <a:accent1>
        <a:srgbClr val="007F00"/>
      </a:accent1>
      <a:accent2>
        <a:srgbClr val="8EDF00"/>
      </a:accent2>
      <a:accent3>
        <a:srgbClr val="004F00"/>
      </a:accent3>
      <a:accent4>
        <a:srgbClr val="CCFF00"/>
      </a:accent4>
      <a:accent5>
        <a:srgbClr val="003600"/>
      </a:accent5>
      <a:accent6>
        <a:srgbClr val="CBF296"/>
      </a:accent6>
      <a:hlink>
        <a:srgbClr val="007F00"/>
      </a:hlink>
      <a:folHlink>
        <a:srgbClr val="8EDF00"/>
      </a:folHlink>
    </a:clrScheme>
    <a:fontScheme name="bp">
      <a:majorFont>
        <a:latin typeface="bp sans"/>
        <a:ea typeface=""/>
        <a:cs typeface=""/>
      </a:majorFont>
      <a:minorFont>
        <a:latin typeface="bp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Custom Color 1">
      <a:srgbClr val="F7F8F0"/>
    </a:custClr>
    <a:custClr name="Custom Color 2">
      <a:srgbClr val="E1E3D6"/>
    </a:custClr>
    <a:custClr name="Custom Color 3">
      <a:srgbClr val="BBBCAF"/>
    </a:custClr>
    <a:custClr name="Custom Color 4">
      <a:srgbClr val="828474"/>
    </a:custClr>
    <a:custClr name="Custom Color 5">
      <a:srgbClr val="494736"/>
    </a:custClr>
    <a:custClr name="Custom Color 6">
      <a:srgbClr val="3C3344"/>
    </a:custClr>
    <a:custClr name="Custom Color 1">
      <a:srgbClr val="121000"/>
    </a:custClr>
    <a:custClr name="Custom Color 1">
      <a:srgbClr val="FFE600"/>
    </a:custClr>
    <a:custClr name="Custom Color 2">
      <a:srgbClr val="C47400"/>
    </a:custClr>
    <a:custClr name="Custom Color 3">
      <a:srgbClr val="FF9A00"/>
    </a:custClr>
    <a:custClr name="Custom Color 4">
      <a:srgbClr val="FFD77C"/>
    </a:custClr>
    <a:custClr name="Custom Color 5">
      <a:srgbClr val="C80000"/>
    </a:custClr>
    <a:custClr name="Custom Color 6">
      <a:srgbClr val="FF4116"/>
    </a:custClr>
    <a:custClr name="Custom Color 7">
      <a:srgbClr val="FFB29A"/>
    </a:custClr>
    <a:custClr name="Custom Color 8">
      <a:srgbClr val="0089A8"/>
    </a:custClr>
    <a:custClr name="Custom Color 9">
      <a:srgbClr val="14BFC8"/>
    </a:custClr>
    <a:custClr name="Custom Color 10">
      <a:srgbClr val="A3EDEA"/>
    </a:custClr>
    <a:custClr name="Custom Color 11">
      <a:srgbClr val="004BAA"/>
    </a:custClr>
    <a:custClr name="Custom Color 12">
      <a:srgbClr val="0070FF"/>
    </a:custClr>
    <a:custClr name="Custom Color 13">
      <a:srgbClr val="AFECFF"/>
    </a:custClr>
    <a:custClr name="Custom Color 14">
      <a:srgbClr val="64009C"/>
    </a:custClr>
    <a:custClr name="Custom Color 15">
      <a:srgbClr val="983DC9"/>
    </a:custClr>
    <a:custClr name="Custom Color 16">
      <a:srgbClr val="E6C6FF"/>
    </a:custClr>
  </a:custClrLst>
  <a:extLst>
    <a:ext uri="{05A4C25C-085E-4340-85A3-A5531E510DB2}">
      <thm15:themeFamily xmlns:thm15="http://schemas.microsoft.com/office/thememl/2012/main" name="bp Master 2025" id="{D5E45CE1-8941-4034-97DF-4544B5C66710}" vid="{1B02E067-1B95-4D09-B3F4-6B5501D029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5d3885c-1f56-40e3-8399-6e8073bd5146}" enabled="1" method="Privileged" siteId="{ea80952e-a476-42d4-aaf4-5457852b0f7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2764</Words>
  <Application>Microsoft Office PowerPoint</Application>
  <PresentationFormat>Widescreen</PresentationFormat>
  <Paragraphs>978</Paragraphs>
  <Slides>10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4" baseType="lpstr">
      <vt:lpstr>bp Sans (Headings)</vt:lpstr>
      <vt:lpstr>Univers for BP Light</vt:lpstr>
      <vt:lpstr>Aptos</vt:lpstr>
      <vt:lpstr>Arial</vt:lpstr>
      <vt:lpstr>bp sans</vt:lpstr>
      <vt:lpstr>bp sans</vt:lpstr>
      <vt:lpstr>bp Sans Light</vt:lpstr>
      <vt:lpstr>bp Sans Medium</vt:lpstr>
      <vt:lpstr>bp Sans TT</vt:lpstr>
      <vt:lpstr>bp Sans TT Light</vt:lpstr>
      <vt:lpstr>Symbol</vt:lpstr>
      <vt:lpstr>Wingdings</vt:lpstr>
      <vt:lpstr>1_bp Master (Edited)</vt:lpstr>
      <vt:lpstr>think-cell Slide</vt:lpstr>
      <vt:lpstr>C&amp;P Contract Hopper</vt:lpstr>
      <vt:lpstr>2026 Contract Hopper | Global</vt:lpstr>
      <vt:lpstr>2026 Contract Hopper | Value Delivery</vt:lpstr>
      <vt:lpstr>2026 Contract Hopper | M&amp;C ESA</vt:lpstr>
      <vt:lpstr>2026 Contract Hopper | M&amp;C A</vt:lpstr>
      <vt:lpstr>2026 Contract Hopper | MC&amp;M ASPAC</vt:lpstr>
      <vt:lpstr>2026 Contract Hopper | Castrol</vt:lpstr>
      <vt:lpstr>2026 Contract Hopper | Retail Assets</vt:lpstr>
      <vt:lpstr>2026 Contract Hopper | Logistics and Fuel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Tee, Zhi Heng</dc:creator>
  <cp:lastModifiedBy>Tee, Zhi Heng</cp:lastModifiedBy>
  <cp:revision>1</cp:revision>
  <dcterms:created xsi:type="dcterms:W3CDTF">2026-07-24T01:13:43Z</dcterms:created>
  <dcterms:modified xsi:type="dcterms:W3CDTF">2026-07-24T01:15:11Z</dcterms:modified>
</cp:coreProperties>
</file>